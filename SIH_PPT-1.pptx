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pimg3.jpg" ContentType="image/jpg"/>
  <Override PartName="/ppt/media/pimg6.jpg" ContentType="image/jpg"/>
  <Override PartName="/ppt/media/pimg7.jpg" ContentType="image/jpg"/>
  <Override PartName="/ppt/media/pimg9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0" r:id="rId1"/>
  </p:sldMasterIdLst>
  <p:notesMasterIdLst>
    <p:notesMasterId r:id="rId2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8288000" cy="10287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fontAlgn="auto" hangingPunct="1">
      <a:buNone/>
      <a:defRPr sz="18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fontAlgn="auto" hangingPunct="1">
      <a:buNone/>
      <a:defRPr sz="18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fontAlgn="auto" hangingPunct="1">
      <a:buNone/>
      <a:defRPr sz="18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fontAlgn="auto" hangingPunct="1">
      <a:buNone/>
      <a:defRPr sz="18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fontAlgn="auto" hangingPunct="1">
      <a:buNone/>
      <a:defRPr sz="18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fontAlgn="auto" hangingPunct="1">
      <a:buNone/>
      <a:defRPr sz="18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fontAlgn="auto" hangingPunct="1">
      <a:buNone/>
      <a:defRPr sz="18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fontAlgn="auto" hangingPunct="1">
      <a:buNone/>
      <a:defRPr sz="18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fontAlgn="auto" hangingPunct="1">
      <a:buNone/>
      <a:defRPr sz="18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6666" autoAdjust="0"/>
    <p:restoredTop sz="100000" autoAdjust="0"/>
  </p:normalViewPr>
  <p:slideViewPr>
    <p:cSldViewPr>
      <p:cViewPr varScale="1">
        <p:scale>
          <a:sx n="56" d="100"/>
          <a:sy n="56" d="100"/>
        </p:scale>
        <p:origin x="0" y="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solidFill>
                  <a:schemeClr val="tx1"/>
                </a:solidFill>
                <a:latin typeface="Calibri" pitchFamily="0" charset="0"/>
                <a:ea typeface="Arial" pitchFamily="0" charset="0"/>
                <a:cs typeface="Calibri" pitchFamily="0" charset="0"/>
              </a:rPr>
              <a:t>&lt;#&gt;</a:t>
            </a:fld>
            <a:endParaRPr lang="zh-CN" altLang="en-US" sz="1200">
              <a:latin typeface="Calibri" pitchFamily="0" charset="0"/>
              <a:ea typeface="Arial" pitchFamily="0" charset="0"/>
              <a:cs typeface="Calibri" pitchFamily="0" charset="0"/>
            </a:endParaRPr>
          </a:p>
        </p:txBody>
      </p:sp>
      <p:sp>
        <p:nvSpPr>
          <p:cNvPr id="7" name="Text box"/>
          <p:cNvSpPr>
            <a:spLocks noGrp="1"/>
          </p:cNvSpPr>
          <p:nvPr>
            <p:ph type="hdr"/>
          </p:nvPr>
        </p:nvSpPr>
        <p:spPr>
          <a:xfrm rot="0">
            <a:off x="0" y="0"/>
            <a:ext cx="3962400" cy="3429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l"/>
            <a:endParaRPr lang="zh-CN" altLang="en-US" sz="1200">
              <a:latin typeface="Calibri" pitchFamily="0" charset="0"/>
              <a:ea typeface="Arial" pitchFamily="0" charset="0"/>
              <a:cs typeface="Calibri" pitchFamily="0" charset="0"/>
            </a:endParaRPr>
          </a:p>
        </p:txBody>
      </p:sp>
      <p:sp>
        <p:nvSpPr>
          <p:cNvPr id="8" name="Text box"/>
          <p:cNvSpPr>
            <a:spLocks noGrp="1"/>
          </p:cNvSpPr>
          <p:nvPr>
            <p:ph type="dt" idx="1"/>
          </p:nvPr>
        </p:nvSpPr>
        <p:spPr>
          <a:xfrm rot="0">
            <a:off x="5180013" y="0"/>
            <a:ext cx="3962400" cy="3429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r"/>
            <a:fld id="{CAD2D6BD-DE1B-4B5F-8B41-2702339687B9}" type="datetime1">
              <a:rPr lang="en-US" altLang="zh-CN" sz="1200">
                <a:latin typeface="Calibri" pitchFamily="0" charset="0"/>
                <a:ea typeface="Arial" pitchFamily="0" charset="0"/>
                <a:cs typeface="Calibri" pitchFamily="0" charset="0"/>
              </a:rPr>
              <a:t>10/2/2026</a:t>
            </a:fld>
            <a:endParaRPr lang="zh-CN" altLang="en-US" sz="1200">
              <a:latin typeface="Calibri" pitchFamily="0" charset="0"/>
              <a:ea typeface="Arial" pitchFamily="0" charset="0"/>
              <a:cs typeface="Calibri" pitchFamily="0" charset="0"/>
            </a:endParaRPr>
          </a:p>
        </p:txBody>
      </p:sp>
      <p:sp>
        <p:nvSpPr>
          <p:cNvPr id="9" name="Object"/>
          <p:cNvSpPr>
            <a:spLocks noGrp="1" noChangeAspect="1"/>
          </p:cNvSpPr>
          <p:nvPr>
            <p:ph type="sldImg" idx="2"/>
          </p:nvPr>
        </p:nvSpPr>
        <p:spPr>
          <a:xfrm rot="0">
            <a:off x="2857500" y="512763"/>
            <a:ext cx="3428999" cy="2566987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10" name="Text box"/>
          <p:cNvSpPr>
            <a:spLocks noGrp="1"/>
          </p:cNvSpPr>
          <p:nvPr>
            <p:ph type="body" idx="3"/>
          </p:nvPr>
        </p:nvSpPr>
        <p:spPr>
          <a:xfrm rot="0">
            <a:off x="914400" y="3251200"/>
            <a:ext cx="7315200" cy="30813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1" name="Text box"/>
          <p:cNvSpPr>
            <a:spLocks noGrp="1"/>
          </p:cNvSpPr>
          <p:nvPr>
            <p:ph type="ftr" idx="4"/>
          </p:nvPr>
        </p:nvSpPr>
        <p:spPr>
          <a:xfrm rot="0">
            <a:off x="0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l"/>
            <a:endParaRPr lang="zh-CN" altLang="en-US" sz="1200">
              <a:latin typeface="Calibri" pitchFamily="0" charset="0"/>
              <a:ea typeface="Arial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746114"/>
      </p:ext>
    </p:extLst>
  </p:cSld>
  <p:clrMap bg1="lt1" tx1="dk1" bg2="lt2" tx2="dk2" accent1="accent1" accent2="accent2" accent3="accent3" accent4="accent4" accent5="accent5" accent6="accent6" hlink="hlink" folHlink="folHlink"/>
  <p:hf sldNum="1" hdr="0" ftr="0" dt="0"/>
  <p:notesStyle>
    <a:lvl1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0" cap="none" spc="0" baseline="0">
        <a:solidFill>
          <a:schemeClr val="tx1"/>
        </a:solidFill>
        <a:latin typeface="Calibri" pitchFamily="0" charset="0"/>
        <a:ea typeface="Arial" pitchFamily="0" charset="0"/>
        <a:cs typeface="Calibri" pitchFamily="0" charset="0"/>
      </a:defRPr>
    </a:lvl1pPr>
    <a:lvl2pPr marL="45720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0" cap="none" spc="0" baseline="0">
        <a:solidFill>
          <a:schemeClr val="tx1"/>
        </a:solidFill>
        <a:latin typeface="Calibri" pitchFamily="0" charset="0"/>
        <a:ea typeface="Arial" pitchFamily="0" charset="0"/>
        <a:cs typeface="Calibri" pitchFamily="0" charset="0"/>
      </a:defRPr>
    </a:lvl2pPr>
    <a:lvl3pPr marL="91440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0" cap="none" spc="0" baseline="0">
        <a:solidFill>
          <a:schemeClr val="tx1"/>
        </a:solidFill>
        <a:latin typeface="Calibri" pitchFamily="0" charset="0"/>
        <a:ea typeface="Arial" pitchFamily="0" charset="0"/>
        <a:cs typeface="Calibri" pitchFamily="0" charset="0"/>
      </a:defRPr>
    </a:lvl3pPr>
    <a:lvl4pPr marL="137160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0" cap="none" spc="0" baseline="0">
        <a:solidFill>
          <a:schemeClr val="tx1"/>
        </a:solidFill>
        <a:latin typeface="Calibri" pitchFamily="0" charset="0"/>
        <a:ea typeface="Arial" pitchFamily="0" charset="0"/>
        <a:cs typeface="Calibri" pitchFamily="0" charset="0"/>
      </a:defRPr>
    </a:lvl4pPr>
    <a:lvl5pPr marL="182880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0" cap="none" spc="0" baseline="0">
        <a:solidFill>
          <a:schemeClr val="tx1"/>
        </a:solidFill>
        <a:latin typeface="Calibri" pitchFamily="0" charset="0"/>
        <a:ea typeface="Arial" pitchFamily="0" charset="0"/>
        <a:cs typeface="Calibri" pitchFamily="0" charset="0"/>
      </a:defRPr>
    </a:lvl5pPr>
    <a:lvl6pPr marL="228600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0" cap="none" spc="0" baseline="0">
        <a:solidFill>
          <a:schemeClr val="tx1"/>
        </a:solidFill>
        <a:latin typeface="Calibri" pitchFamily="0" charset="0"/>
        <a:ea typeface="Arial" pitchFamily="0" charset="0"/>
        <a:cs typeface="Calibri" pitchFamily="0" charset="0"/>
      </a:defRPr>
    </a:lvl6pPr>
    <a:lvl7pPr marL="274320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0" cap="none" spc="0" baseline="0">
        <a:solidFill>
          <a:schemeClr val="tx1"/>
        </a:solidFill>
        <a:latin typeface="Calibri" pitchFamily="0" charset="0"/>
        <a:ea typeface="Arial" pitchFamily="0" charset="0"/>
        <a:cs typeface="Calibri" pitchFamily="0" charset="0"/>
      </a:defRPr>
    </a:lvl7pPr>
    <a:lvl8pPr marL="320040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0" cap="none" spc="0" baseline="0">
        <a:solidFill>
          <a:schemeClr val="tx1"/>
        </a:solidFill>
        <a:latin typeface="Calibri" pitchFamily="0" charset="0"/>
        <a:ea typeface="Arial" pitchFamily="0" charset="0"/>
        <a:cs typeface="Calibri" pitchFamily="0" charset="0"/>
      </a:defRPr>
    </a:lvl8pPr>
    <a:lvl9pPr marL="320040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0" cap="none" spc="0" baseline="0">
        <a:solidFill>
          <a:schemeClr val="tx1"/>
        </a:solidFill>
        <a:latin typeface="Calibri" pitchFamily="0" charset="0"/>
        <a:ea typeface="Arial" pitchFamily="0" charset="0"/>
        <a:cs typeface="Calibri" pitchFamily="0" charset="0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solidFill>
                  <a:schemeClr val="tx1"/>
                </a:solidFill>
                <a:latin typeface="Calibri" pitchFamily="0" charset="0"/>
                <a:ea typeface="Arial" pitchFamily="0" charset="0"/>
                <a:cs typeface="Calibri" pitchFamily="0" charset="0"/>
              </a:rPr>
              <a:t>1</a:t>
            </a:fld>
            <a:endParaRPr lang="zh-CN" altLang="en-US" sz="1200">
              <a:latin typeface="Calibri" pitchFamily="0" charset="0"/>
              <a:ea typeface="Arial" pitchFamily="0" charset="0"/>
              <a:cs typeface="Calibri" pitchFamily="0" charset="0"/>
            </a:endParaRPr>
          </a:p>
        </p:txBody>
      </p:sp>
      <p:sp>
        <p:nvSpPr>
          <p:cNvPr id="25" name="Object"/>
          <p:cNvSpPr>
            <a:spLocks noGrp="1" noChangeAspect="1"/>
          </p:cNvSpPr>
          <p:nvPr>
            <p:ph type="sldImg"/>
          </p:nvPr>
        </p:nvSpPr>
        <p:spPr>
          <a:xfrm rot="0">
            <a:off x="2857500" y="512763"/>
            <a:ext cx="3428999" cy="2566987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6" name="Text box"/>
          <p:cNvSpPr>
            <a:spLocks noGrp="1"/>
          </p:cNvSpPr>
          <p:nvPr>
            <p:ph type="body" idx="1"/>
          </p:nvPr>
        </p:nvSpPr>
        <p:spPr>
          <a:xfrm rot="0">
            <a:off x="914400" y="3251200"/>
            <a:ext cx="7315200" cy="30813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27" name="Text box"/>
          <p:cNvSpPr>
            <a:spLocks noGrp="1"/>
          </p:cNvSpPr>
          <p:nvPr>
            <p:ph type="sldNum" idx="10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/>
              </a:r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2259927"/>
      </p:ext>
    </p:extLst>
  </p:cSld>
  <p:clrMapOvr>
    <a:masterClrMapping/>
  </p:clrMapOvr>
</p:notes>
</file>

<file path=ppt/notesSlides/notesSlide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solidFill>
                  <a:schemeClr val="tx1"/>
                </a:solidFill>
                <a:latin typeface="Calibri" pitchFamily="0" charset="0"/>
                <a:ea typeface="Arial" pitchFamily="0" charset="0"/>
                <a:cs typeface="Calibri" pitchFamily="0" charset="0"/>
              </a:rPr>
              <a:t>2</a:t>
            </a:fld>
            <a:endParaRPr lang="zh-CN" altLang="en-US" sz="1200">
              <a:latin typeface="Calibri" pitchFamily="0" charset="0"/>
              <a:ea typeface="Arial" pitchFamily="0" charset="0"/>
              <a:cs typeface="Calibri" pitchFamily="0" charset="0"/>
            </a:endParaRPr>
          </a:p>
        </p:txBody>
      </p:sp>
      <p:sp>
        <p:nvSpPr>
          <p:cNvPr id="44" name="Rectangle"/>
          <p:cNvSpPr>
            <a:spLocks/>
          </p:cNvSpPr>
          <p:nvPr/>
        </p:nvSpPr>
        <p:spPr>
          <a:xfrm rot="0">
            <a:off x="0" y="0"/>
            <a:ext cx="3962400" cy="3429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45" name="Rectangle"/>
          <p:cNvSpPr>
            <a:spLocks/>
          </p:cNvSpPr>
          <p:nvPr/>
        </p:nvSpPr>
        <p:spPr>
          <a:xfrm rot="0">
            <a:off x="5180013" y="0"/>
            <a:ext cx="3962400" cy="3429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0" cap="none" spc="0" baseline="0">
                <a:solidFill>
                  <a:schemeClr val="tx1"/>
                </a:solidFill>
                <a:latin typeface="Calibri" pitchFamily="0" charset="0"/>
                <a:ea typeface="Arial" pitchFamily="0" charset="0"/>
                <a:cs typeface="Calibri" pitchFamily="0" charset="0"/>
              </a:rPr>
              <a:t>1.7.2013</a:t>
            </a:r>
            <a:endParaRPr lang="zh-CN" altLang="en-US" sz="12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</p:txBody>
      </p:sp>
      <p:sp>
        <p:nvSpPr>
          <p:cNvPr id="46" name="Object"/>
          <p:cNvSpPr>
            <a:spLocks noGrp="1" noChangeAspect="1"/>
          </p:cNvSpPr>
          <p:nvPr>
            <p:ph type="sldImg" idx="2"/>
          </p:nvPr>
        </p:nvSpPr>
        <p:spPr>
          <a:xfrm rot="0">
            <a:off x="2290763" y="512763"/>
            <a:ext cx="4562474" cy="2566987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47" name="Text box"/>
          <p:cNvSpPr>
            <a:spLocks noGrp="1"/>
          </p:cNvSpPr>
          <p:nvPr>
            <p:ph type="body" idx="3"/>
          </p:nvPr>
        </p:nvSpPr>
        <p:spPr>
          <a:xfrm rot="0">
            <a:off x="914400" y="3251200"/>
            <a:ext cx="7315200" cy="30813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48" name="Rectangle"/>
          <p:cNvSpPr>
            <a:spLocks/>
          </p:cNvSpPr>
          <p:nvPr/>
        </p:nvSpPr>
        <p:spPr>
          <a:xfrm rot="0">
            <a:off x="0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49" name="Rectangle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r>
              <a:rPr lang="en-US" altLang="zh-CN" sz="1200"/>
              <a:t>‹#›</a:t>
            </a:r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108829376"/>
      </p:ext>
    </p:extLst>
  </p:cSld>
  <p:clrMapOvr>
    <a:masterClrMapping/>
  </p:clrMapOvr>
</p:notes>
</file>

<file path=ppt/notesSlides/notesSlide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solidFill>
                  <a:schemeClr val="tx1"/>
                </a:solidFill>
                <a:latin typeface="Calibri" pitchFamily="0" charset="0"/>
                <a:ea typeface="Arial" pitchFamily="0" charset="0"/>
                <a:cs typeface="Calibri" pitchFamily="0" charset="0"/>
              </a:rPr>
              <a:t>3</a:t>
            </a:fld>
            <a:endParaRPr lang="zh-CN" altLang="en-US" sz="1200">
              <a:latin typeface="Calibri" pitchFamily="0" charset="0"/>
              <a:ea typeface="Arial" pitchFamily="0" charset="0"/>
              <a:cs typeface="Calibri" pitchFamily="0" charset="0"/>
            </a:endParaRPr>
          </a:p>
        </p:txBody>
      </p:sp>
      <p:sp>
        <p:nvSpPr>
          <p:cNvPr id="65" name="Rectangle"/>
          <p:cNvSpPr>
            <a:spLocks/>
          </p:cNvSpPr>
          <p:nvPr/>
        </p:nvSpPr>
        <p:spPr>
          <a:xfrm rot="0">
            <a:off x="0" y="0"/>
            <a:ext cx="3962400" cy="3429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66" name="Rectangle"/>
          <p:cNvSpPr>
            <a:spLocks/>
          </p:cNvSpPr>
          <p:nvPr/>
        </p:nvSpPr>
        <p:spPr>
          <a:xfrm rot="0">
            <a:off x="5180013" y="0"/>
            <a:ext cx="3962400" cy="3429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0" cap="none" spc="0" baseline="0">
                <a:solidFill>
                  <a:schemeClr val="tx1"/>
                </a:solidFill>
                <a:latin typeface="Calibri" pitchFamily="0" charset="0"/>
                <a:ea typeface="Arial" pitchFamily="0" charset="0"/>
                <a:cs typeface="Calibri" pitchFamily="0" charset="0"/>
              </a:rPr>
              <a:t>1.7.2013</a:t>
            </a:r>
            <a:endParaRPr lang="zh-CN" altLang="en-US" sz="12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</p:txBody>
      </p:sp>
      <p:sp>
        <p:nvSpPr>
          <p:cNvPr id="67" name="Object"/>
          <p:cNvSpPr>
            <a:spLocks noGrp="1" noChangeAspect="1"/>
          </p:cNvSpPr>
          <p:nvPr>
            <p:ph type="sldImg" idx="2"/>
          </p:nvPr>
        </p:nvSpPr>
        <p:spPr>
          <a:xfrm rot="0">
            <a:off x="2290763" y="512763"/>
            <a:ext cx="4562474" cy="2566987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68" name="Text box"/>
          <p:cNvSpPr>
            <a:spLocks noGrp="1"/>
          </p:cNvSpPr>
          <p:nvPr>
            <p:ph type="body" idx="3"/>
          </p:nvPr>
        </p:nvSpPr>
        <p:spPr>
          <a:xfrm rot="0">
            <a:off x="914400" y="3251200"/>
            <a:ext cx="7315200" cy="30813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69" name="Rectangle"/>
          <p:cNvSpPr>
            <a:spLocks/>
          </p:cNvSpPr>
          <p:nvPr/>
        </p:nvSpPr>
        <p:spPr>
          <a:xfrm rot="0">
            <a:off x="0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70" name="Rectangle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r>
              <a:rPr lang="en-US" altLang="zh-CN" sz="1200"/>
              <a:t>‹#›</a:t>
            </a:r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930622817"/>
      </p:ext>
    </p:extLst>
  </p:cSld>
  <p:clrMapOvr>
    <a:masterClrMapping/>
  </p:clrMapOvr>
</p:notes>
</file>

<file path=ppt/notesSlides/notesSlide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solidFill>
                  <a:schemeClr val="tx1"/>
                </a:solidFill>
                <a:latin typeface="Calibri" pitchFamily="0" charset="0"/>
                <a:ea typeface="Arial" pitchFamily="0" charset="0"/>
                <a:cs typeface="Calibri" pitchFamily="0" charset="0"/>
              </a:rPr>
              <a:t>4</a:t>
            </a:fld>
            <a:endParaRPr lang="zh-CN" altLang="en-US" sz="1200">
              <a:latin typeface="Calibri" pitchFamily="0" charset="0"/>
              <a:ea typeface="Arial" pitchFamily="0" charset="0"/>
              <a:cs typeface="Calibri" pitchFamily="0" charset="0"/>
            </a:endParaRPr>
          </a:p>
        </p:txBody>
      </p:sp>
      <p:sp>
        <p:nvSpPr>
          <p:cNvPr id="86" name="Rectangle"/>
          <p:cNvSpPr>
            <a:spLocks/>
          </p:cNvSpPr>
          <p:nvPr/>
        </p:nvSpPr>
        <p:spPr>
          <a:xfrm rot="0">
            <a:off x="0" y="0"/>
            <a:ext cx="3962400" cy="3429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87" name="Rectangle"/>
          <p:cNvSpPr>
            <a:spLocks/>
          </p:cNvSpPr>
          <p:nvPr/>
        </p:nvSpPr>
        <p:spPr>
          <a:xfrm rot="0">
            <a:off x="5180013" y="0"/>
            <a:ext cx="3962400" cy="3429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0" cap="none" spc="0" baseline="0">
                <a:solidFill>
                  <a:schemeClr val="tx1"/>
                </a:solidFill>
                <a:latin typeface="Calibri" pitchFamily="0" charset="0"/>
                <a:ea typeface="Arial" pitchFamily="0" charset="0"/>
                <a:cs typeface="Calibri" pitchFamily="0" charset="0"/>
              </a:rPr>
              <a:t>1.7.2013</a:t>
            </a:r>
            <a:endParaRPr lang="zh-CN" altLang="en-US" sz="12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</p:txBody>
      </p:sp>
      <p:sp>
        <p:nvSpPr>
          <p:cNvPr id="88" name="Object"/>
          <p:cNvSpPr>
            <a:spLocks noGrp="1" noChangeAspect="1"/>
          </p:cNvSpPr>
          <p:nvPr>
            <p:ph type="sldImg" idx="2"/>
          </p:nvPr>
        </p:nvSpPr>
        <p:spPr>
          <a:xfrm rot="0">
            <a:off x="2290763" y="512763"/>
            <a:ext cx="4562474" cy="2566987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89" name="Text box"/>
          <p:cNvSpPr>
            <a:spLocks noGrp="1"/>
          </p:cNvSpPr>
          <p:nvPr>
            <p:ph type="body" idx="3"/>
          </p:nvPr>
        </p:nvSpPr>
        <p:spPr>
          <a:xfrm rot="0">
            <a:off x="914400" y="3251200"/>
            <a:ext cx="7315200" cy="30813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90" name="Rectangle"/>
          <p:cNvSpPr>
            <a:spLocks/>
          </p:cNvSpPr>
          <p:nvPr/>
        </p:nvSpPr>
        <p:spPr>
          <a:xfrm rot="0">
            <a:off x="0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91" name="Rectangle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r>
              <a:rPr lang="en-US" altLang="zh-CN" sz="1200"/>
              <a:t>‹#›</a:t>
            </a:r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863845879"/>
      </p:ext>
    </p:extLst>
  </p:cSld>
  <p:clrMapOvr>
    <a:masterClrMapping/>
  </p:clrMapOvr>
</p:notes>
</file>

<file path=ppt/notesSlides/notesSlide5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solidFill>
                  <a:schemeClr val="tx1"/>
                </a:solidFill>
                <a:latin typeface="Calibri" pitchFamily="0" charset="0"/>
                <a:ea typeface="Arial" pitchFamily="0" charset="0"/>
                <a:cs typeface="Calibri" pitchFamily="0" charset="0"/>
              </a:rPr>
              <a:t>5</a:t>
            </a:fld>
            <a:endParaRPr lang="zh-CN" altLang="en-US" sz="1200">
              <a:latin typeface="Calibri" pitchFamily="0" charset="0"/>
              <a:ea typeface="Arial" pitchFamily="0" charset="0"/>
              <a:cs typeface="Calibri" pitchFamily="0" charset="0"/>
            </a:endParaRPr>
          </a:p>
        </p:txBody>
      </p:sp>
      <p:sp>
        <p:nvSpPr>
          <p:cNvPr id="116" name="Rectangle"/>
          <p:cNvSpPr>
            <a:spLocks/>
          </p:cNvSpPr>
          <p:nvPr/>
        </p:nvSpPr>
        <p:spPr>
          <a:xfrm rot="0">
            <a:off x="0" y="0"/>
            <a:ext cx="3962400" cy="3429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17" name="Rectangle"/>
          <p:cNvSpPr>
            <a:spLocks/>
          </p:cNvSpPr>
          <p:nvPr/>
        </p:nvSpPr>
        <p:spPr>
          <a:xfrm rot="0">
            <a:off x="5180013" y="0"/>
            <a:ext cx="3962400" cy="3429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0" cap="none" spc="0" baseline="0">
                <a:solidFill>
                  <a:schemeClr val="tx1"/>
                </a:solidFill>
                <a:latin typeface="Calibri" pitchFamily="0" charset="0"/>
                <a:ea typeface="Arial" pitchFamily="0" charset="0"/>
                <a:cs typeface="Calibri" pitchFamily="0" charset="0"/>
              </a:rPr>
              <a:t>1.7.2013</a:t>
            </a:r>
            <a:endParaRPr lang="zh-CN" altLang="en-US" sz="12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</p:txBody>
      </p:sp>
      <p:sp>
        <p:nvSpPr>
          <p:cNvPr id="118" name="Object"/>
          <p:cNvSpPr>
            <a:spLocks noGrp="1" noChangeAspect="1"/>
          </p:cNvSpPr>
          <p:nvPr>
            <p:ph type="sldImg" idx="2"/>
          </p:nvPr>
        </p:nvSpPr>
        <p:spPr>
          <a:xfrm rot="0">
            <a:off x="2290763" y="512763"/>
            <a:ext cx="4562474" cy="2566987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119" name="Text box"/>
          <p:cNvSpPr>
            <a:spLocks noGrp="1"/>
          </p:cNvSpPr>
          <p:nvPr>
            <p:ph type="body" idx="3"/>
          </p:nvPr>
        </p:nvSpPr>
        <p:spPr>
          <a:xfrm rot="0">
            <a:off x="914400" y="3251200"/>
            <a:ext cx="7315200" cy="30813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5</a:t>
            </a:r>
            <a:endParaRPr lang="zh-CN" altLang="en-US"/>
          </a:p>
        </p:txBody>
      </p:sp>
      <p:sp>
        <p:nvSpPr>
          <p:cNvPr id="120" name="Rectangle"/>
          <p:cNvSpPr>
            <a:spLocks/>
          </p:cNvSpPr>
          <p:nvPr/>
        </p:nvSpPr>
        <p:spPr>
          <a:xfrm rot="0">
            <a:off x="0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21" name="Rectangle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r>
              <a:rPr lang="en-US" altLang="zh-CN" sz="1200"/>
              <a:t>‹#›</a:t>
            </a:r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634466605"/>
      </p:ext>
    </p:extLst>
  </p:cSld>
  <p:clrMapOvr>
    <a:masterClrMapping/>
  </p:clrMapOvr>
</p:notes>
</file>

<file path=ppt/notesSlides/notesSlide6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solidFill>
                  <a:schemeClr val="tx1"/>
                </a:solidFill>
                <a:latin typeface="Calibri" pitchFamily="0" charset="0"/>
                <a:ea typeface="Arial" pitchFamily="0" charset="0"/>
                <a:cs typeface="Calibri" pitchFamily="0" charset="0"/>
              </a:rPr>
              <a:t>6</a:t>
            </a:fld>
            <a:endParaRPr lang="zh-CN" altLang="en-US" sz="1200">
              <a:latin typeface="Calibri" pitchFamily="0" charset="0"/>
              <a:ea typeface="Arial" pitchFamily="0" charset="0"/>
              <a:cs typeface="Calibri" pitchFamily="0" charset="0"/>
            </a:endParaRPr>
          </a:p>
        </p:txBody>
      </p:sp>
      <p:sp>
        <p:nvSpPr>
          <p:cNvPr id="137" name="Rectangle"/>
          <p:cNvSpPr>
            <a:spLocks/>
          </p:cNvSpPr>
          <p:nvPr/>
        </p:nvSpPr>
        <p:spPr>
          <a:xfrm rot="0">
            <a:off x="0" y="0"/>
            <a:ext cx="3962400" cy="3429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38" name="Rectangle"/>
          <p:cNvSpPr>
            <a:spLocks/>
          </p:cNvSpPr>
          <p:nvPr/>
        </p:nvSpPr>
        <p:spPr>
          <a:xfrm rot="0">
            <a:off x="5180013" y="0"/>
            <a:ext cx="3962400" cy="3429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0" cap="none" spc="0" baseline="0">
                <a:solidFill>
                  <a:schemeClr val="tx1"/>
                </a:solidFill>
                <a:latin typeface="Calibri" pitchFamily="0" charset="0"/>
                <a:ea typeface="Arial" pitchFamily="0" charset="0"/>
                <a:cs typeface="Calibri" pitchFamily="0" charset="0"/>
              </a:rPr>
              <a:t>1.7.2013</a:t>
            </a:r>
            <a:endParaRPr lang="zh-CN" altLang="en-US" sz="12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</p:txBody>
      </p:sp>
      <p:sp>
        <p:nvSpPr>
          <p:cNvPr id="139" name="Object"/>
          <p:cNvSpPr>
            <a:spLocks noGrp="1" noChangeAspect="1"/>
          </p:cNvSpPr>
          <p:nvPr>
            <p:ph type="sldImg" idx="2"/>
          </p:nvPr>
        </p:nvSpPr>
        <p:spPr>
          <a:xfrm rot="0">
            <a:off x="2290763" y="512763"/>
            <a:ext cx="4562474" cy="2566987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140" name="Text box"/>
          <p:cNvSpPr>
            <a:spLocks noGrp="1"/>
          </p:cNvSpPr>
          <p:nvPr>
            <p:ph type="body" idx="3"/>
          </p:nvPr>
        </p:nvSpPr>
        <p:spPr>
          <a:xfrm rot="0">
            <a:off x="914400" y="3251200"/>
            <a:ext cx="7315200" cy="30813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6</a:t>
            </a:r>
            <a:endParaRPr lang="zh-CN" altLang="en-US"/>
          </a:p>
        </p:txBody>
      </p:sp>
      <p:sp>
        <p:nvSpPr>
          <p:cNvPr id="141" name="Rectangle"/>
          <p:cNvSpPr>
            <a:spLocks/>
          </p:cNvSpPr>
          <p:nvPr/>
        </p:nvSpPr>
        <p:spPr>
          <a:xfrm rot="0">
            <a:off x="0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42" name="Rectangle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r>
              <a:rPr lang="en-US" altLang="zh-CN" sz="1200"/>
              <a:t>‹#›</a:t>
            </a:r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55835427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ctrTitle"/>
          </p:nvPr>
        </p:nvSpPr>
        <p:spPr>
          <a:xfrm>
            <a:off x="1371600" y="3195637"/>
            <a:ext cx="15544800" cy="22050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subTitle" idx="1"/>
          </p:nvPr>
        </p:nvSpPr>
        <p:spPr>
          <a:xfrm>
            <a:off x="2743200" y="5829299"/>
            <a:ext cx="12801600" cy="262889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91937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9932130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579300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2655496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Text box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112937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128063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601155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5160215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5679428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736541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338177"/>
      </p:ext>
    </p:extLst>
  </p:cSld>
  <p:clrMapOvr>
    <a:masterClrMapping/>
  </p:clrMapOvr>
</p:sldLayout>
</file>

<file path=ppt/slideLayouts/slideLayout12.xml><?xml version="1.0" encoding="utf-8"?>
<p:sldLayout xmlns:p="http://schemas.openxmlformats.org/presentationml/2006/main" xmlns:a="http://schemas.openxmlformats.org/drawingml/2006/main" xmlns:r="http://schemas.openxmlformats.org/officeDocument/2006/relationships" showMasterSp="0" preserve="1">
  <p:cSld name="自定义版式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"/>
          <p:cNvSpPr>
            <a:spLocks noGrp="1"/>
          </p:cNvSpPr>
          <p:nvPr>
            <p:ph type="dt" idx="10"/>
          </p:nvPr>
        </p:nvSpPr>
        <p:spPr>
          <a:xfrm rot="0">
            <a:off x="457200" y="6356349"/>
            <a:ext cx="2133600" cy="365125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l"/>
            <a:r>
              <a:rPr lang="en-US" altLang="zh-CN" sz="1200">
                <a:solidFill>
                  <a:srgbClr val="898989"/>
                </a:solidFill>
                <a:latin typeface="Calibri" pitchFamily="0" charset="0"/>
                <a:ea typeface="Arial" pitchFamily="0" charset="0"/>
                <a:cs typeface="Calibri" pitchFamily="0" charset="0"/>
              </a:rPr>
              <a:t>Date/Time</a:t>
            </a:r>
            <a:endParaRPr lang="zh-CN" altLang="en-US" sz="1200">
              <a:solidFill>
                <a:srgbClr val="898989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</p:txBody>
      </p:sp>
      <p:sp>
        <p:nvSpPr>
          <p:cNvPr id="14" name="Text box"/>
          <p:cNvSpPr>
            <a:spLocks noGrp="1"/>
          </p:cNvSpPr>
          <p:nvPr>
            <p:ph type="ftr" idx="11"/>
          </p:nvPr>
        </p:nvSpPr>
        <p:spPr>
          <a:xfrm rot="0">
            <a:off x="3124200" y="6356349"/>
            <a:ext cx="2895600" cy="365125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</p:txBody>
      </p:sp>
      <p:sp>
        <p:nvSpPr>
          <p:cNvPr id="15" name="Text box"/>
          <p:cNvSpPr>
            <a:spLocks noGrp="1"/>
          </p:cNvSpPr>
          <p:nvPr>
            <p:ph type="sldNum" idx="12"/>
          </p:nvPr>
        </p:nvSpPr>
        <p:spPr>
          <a:xfrm rot="0">
            <a:off x="6553200" y="6356349"/>
            <a:ext cx="2133600" cy="365125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solidFill>
                  <a:srgbClr val="898989"/>
                </a:solidFill>
                <a:latin typeface="Calibri" pitchFamily="0" charset="0"/>
                <a:ea typeface="Arial" pitchFamily="0" charset="0"/>
                <a:cs typeface="Calibri" pitchFamily="0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6079448"/>
      </p:ext>
    </p:extLst>
  </p:cSld>
  <p:clrMapOvr>
    <a:masterClrMapping/>
  </p:clrMapOvr>
  <p:hf sldNum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idx="2"/>
          </p:nvPr>
        </p:nvSpPr>
        <p:spPr>
          <a:xfrm rot="0">
            <a:off x="457200" y="6356349"/>
            <a:ext cx="2133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l"/>
            <a:fld id="{CAD2D6BD-DE1B-4B5F-8B41-2702339687B9}" type="datetime1">
              <a:rPr lang="en-US" altLang="zh-CN" sz="1200">
                <a:solidFill>
                  <a:srgbClr val="898989"/>
                </a:solidFill>
                <a:latin typeface="Calibri" pitchFamily="0" charset="0"/>
                <a:ea typeface="Arial" pitchFamily="0" charset="0"/>
                <a:cs typeface="Calibri" pitchFamily="0" charset="0"/>
              </a:rPr>
              <a:t>10/2/2026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</p:txBody>
      </p:sp>
      <p:sp>
        <p:nvSpPr>
          <p:cNvPr id="5" name="Text box"/>
          <p:cNvSpPr>
            <a:spLocks noGrp="1"/>
          </p:cNvSpPr>
          <p:nvPr>
            <p:ph type="ftr" idx="3"/>
          </p:nvPr>
        </p:nvSpPr>
        <p:spPr>
          <a:xfrm rot="0">
            <a:off x="3124200" y="6356349"/>
            <a:ext cx="2895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</p:txBody>
      </p:sp>
      <p:sp>
        <p:nvSpPr>
          <p:cNvPr id="6" name="Text box"/>
          <p:cNvSpPr>
            <a:spLocks noGrp="1"/>
          </p:cNvSpPr>
          <p:nvPr>
            <p:ph type="sldNum" idx="4"/>
          </p:nvPr>
        </p:nvSpPr>
        <p:spPr>
          <a:xfrm rot="0">
            <a:off x="6553200" y="6356349"/>
            <a:ext cx="2133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solidFill>
                  <a:srgbClr val="898989"/>
                </a:solidFill>
                <a:latin typeface="Calibri" pitchFamily="0" charset="0"/>
                <a:ea typeface="Arial" pitchFamily="0" charset="0"/>
                <a:cs typeface="Calibri" pitchFamily="0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0465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ctr" defTabSz="914400" fontAlgn="auto" hangingPunct="1">
        <a:spcBef>
          <a:spcPts val="0"/>
        </a:spcBef>
        <a:buNone/>
        <a:defRPr sz="4400">
          <a:solidFill>
            <a:schemeClr val="tx1"/>
          </a:solidFill>
          <a:latin typeface="Calibri" pitchFamily="0" charset="0"/>
          <a:ea typeface="Arial" pitchFamily="0" charset="0"/>
          <a:cs typeface="Calibri" pitchFamily="0" charset="0"/>
        </a:defRPr>
      </a:lvl1pPr>
    </p:titleStyle>
    <p:bodyStyle>
      <a:lvl1pPr marL="342900" indent="-342900" algn="l" defTabSz="914400" fontAlgn="auto" hangingPunct="1">
        <a:spcBef>
          <a:spcPts val="0"/>
        </a:spcBef>
        <a:buFont typeface="Arial" pitchFamily="0" charset="0"/>
        <a:buChar char="•"/>
        <a:defRPr sz="3200">
          <a:solidFill>
            <a:schemeClr val="tx1"/>
          </a:solidFill>
          <a:latin typeface="Calibri" pitchFamily="0" charset="0"/>
          <a:ea typeface="Arial" pitchFamily="0" charset="0"/>
          <a:cs typeface="Calibri" pitchFamily="0" charset="0"/>
        </a:defRPr>
      </a:lvl1pPr>
      <a:lvl2pPr marL="742950" indent="-285750" algn="l" defTabSz="914400" fontAlgn="auto" hangingPunct="1">
        <a:spcBef>
          <a:spcPts val="0"/>
        </a:spcBef>
        <a:buFont typeface="Arial" pitchFamily="0" charset="0"/>
        <a:buChar char="–"/>
        <a:defRPr sz="2800">
          <a:solidFill>
            <a:schemeClr val="tx1"/>
          </a:solidFill>
          <a:latin typeface="Calibri" pitchFamily="0" charset="0"/>
          <a:ea typeface="Arial" pitchFamily="0" charset="0"/>
          <a:cs typeface="Calibri" pitchFamily="0" charset="0"/>
        </a:defRPr>
      </a:lvl2pPr>
      <a:lvl3pPr marL="1143000" indent="-228600" algn="l" defTabSz="914400" fontAlgn="auto" hangingPunct="1">
        <a:spcBef>
          <a:spcPts val="0"/>
        </a:spcBef>
        <a:buFont typeface="Arial" pitchFamily="0" charset="0"/>
        <a:buChar char="•"/>
        <a:defRPr sz="2400">
          <a:solidFill>
            <a:schemeClr val="tx1"/>
          </a:solidFill>
          <a:latin typeface="Calibri" pitchFamily="0" charset="0"/>
          <a:ea typeface="Arial" pitchFamily="0" charset="0"/>
          <a:cs typeface="Calibri" pitchFamily="0" charset="0"/>
        </a:defRPr>
      </a:lvl3pPr>
      <a:lvl4pPr marL="1600200" indent="-228600" algn="l" defTabSz="914400" fontAlgn="auto" hangingPunct="1">
        <a:spcBef>
          <a:spcPts val="0"/>
        </a:spcBef>
        <a:buFont typeface="Arial" pitchFamily="0" charset="0"/>
        <a:buChar char="–"/>
        <a:defRPr sz="2000">
          <a:solidFill>
            <a:schemeClr val="tx1"/>
          </a:solidFill>
          <a:latin typeface="Calibri" pitchFamily="0" charset="0"/>
          <a:ea typeface="Arial" pitchFamily="0" charset="0"/>
          <a:cs typeface="Calibri" pitchFamily="0" charset="0"/>
        </a:defRPr>
      </a:lvl4pPr>
      <a:lvl5pPr marL="2057400" indent="-228600" algn="l" defTabSz="914400" fontAlgn="auto" hangingPunct="1">
        <a:spcBef>
          <a:spcPts val="0"/>
        </a:spcBef>
        <a:buFont typeface="Arial" pitchFamily="0" charset="0"/>
        <a:buChar char="»"/>
        <a:defRPr sz="2000">
          <a:solidFill>
            <a:schemeClr val="tx1"/>
          </a:solidFill>
          <a:latin typeface="Calibri" pitchFamily="0" charset="0"/>
          <a:ea typeface="Arial" pitchFamily="0" charset="0"/>
          <a:cs typeface="Calibri" pitchFamily="0" charset="0"/>
        </a:defRPr>
      </a:lvl5pPr>
      <a:lvl6pPr marL="2514600" indent="-228600" algn="l" defTabSz="914400" fontAlgn="auto" hangingPunct="1">
        <a:spcBef>
          <a:spcPts val="0"/>
        </a:spcBef>
        <a:buFont typeface="Arial" pitchFamily="0" charset="0"/>
        <a:buChar char="•"/>
        <a:defRPr sz="2000">
          <a:solidFill>
            <a:schemeClr val="tx1"/>
          </a:solidFill>
          <a:latin typeface="Calibri" pitchFamily="0" charset="0"/>
          <a:ea typeface="Arial" pitchFamily="0" charset="0"/>
          <a:cs typeface="Calibri" pitchFamily="0" charset="0"/>
        </a:defRPr>
      </a:lvl6pPr>
      <a:lvl7pPr marL="2971800" indent="-228600" algn="l" defTabSz="914400" fontAlgn="auto" hangingPunct="1">
        <a:spcBef>
          <a:spcPts val="0"/>
        </a:spcBef>
        <a:buFont typeface="Arial" pitchFamily="0" charset="0"/>
        <a:buChar char="•"/>
        <a:defRPr sz="2000">
          <a:solidFill>
            <a:schemeClr val="tx1"/>
          </a:solidFill>
          <a:latin typeface="Calibri" pitchFamily="0" charset="0"/>
          <a:ea typeface="Arial" pitchFamily="0" charset="0"/>
          <a:cs typeface="Calibri" pitchFamily="0" charset="0"/>
        </a:defRPr>
      </a:lvl7pPr>
      <a:lvl8pPr marL="3429000" indent="-228600" algn="l" defTabSz="914400" fontAlgn="auto" hangingPunct="1">
        <a:spcBef>
          <a:spcPts val="0"/>
        </a:spcBef>
        <a:buFont typeface="Arial" pitchFamily="0" charset="0"/>
        <a:buChar char="•"/>
        <a:defRPr sz="2000">
          <a:solidFill>
            <a:schemeClr val="tx1"/>
          </a:solidFill>
          <a:latin typeface="Calibri" pitchFamily="0" charset="0"/>
          <a:ea typeface="Arial" pitchFamily="0" charset="0"/>
          <a:cs typeface="Calibri" pitchFamily="0" charset="0"/>
        </a:defRPr>
      </a:lvl8pPr>
      <a:lvl9pPr marL="3429000" indent="-228600" algn="l" defTabSz="914400" fontAlgn="auto" hangingPunct="1">
        <a:spcBef>
          <a:spcPts val="0"/>
        </a:spcBef>
        <a:buFont typeface="Arial" pitchFamily="0" charset="0"/>
        <a:buChar char="•"/>
        <a:defRPr sz="2000">
          <a:solidFill>
            <a:schemeClr val="tx1"/>
          </a:solidFill>
          <a:latin typeface="Calibri" pitchFamily="0" charset="0"/>
          <a:ea typeface="Arial" pitchFamily="0" charset="0"/>
          <a:cs typeface="Calibri" pitchFamily="0" charset="0"/>
        </a:defRPr>
      </a:lvl9pPr>
    </p:body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pimg1.png"/><Relationship Id="rId2" Type="http://schemas.openxmlformats.org/officeDocument/2006/relationships/image" Target="../media/pimg2.png"/><Relationship Id="rId3" Type="http://schemas.openxmlformats.org/officeDocument/2006/relationships/image" Target="../media/pimg3.jpg"/><Relationship Id="rId4" Type="http://schemas.openxmlformats.org/officeDocument/2006/relationships/image" Target="../media/pimg4.pn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pimg3.jpg"/><Relationship Id="rId2" Type="http://schemas.openxmlformats.org/officeDocument/2006/relationships/image" Target="../media/pimg3.jpg"/><Relationship Id="rId3" Type="http://schemas.openxmlformats.org/officeDocument/2006/relationships/image" Target="../media/pimg4.png"/><Relationship Id="rId4" Type="http://schemas.openxmlformats.org/officeDocument/2006/relationships/image" Target="../media/pimg5.pn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pimg3.jpg"/><Relationship Id="rId2" Type="http://schemas.openxmlformats.org/officeDocument/2006/relationships/image" Target="../media/pimg3.jpg"/><Relationship Id="rId3" Type="http://schemas.openxmlformats.org/officeDocument/2006/relationships/image" Target="../media/pimg4.png"/><Relationship Id="rId4" Type="http://schemas.openxmlformats.org/officeDocument/2006/relationships/image" Target="../media/pimg6.jp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pimg3.jpg"/><Relationship Id="rId2" Type="http://schemas.openxmlformats.org/officeDocument/2006/relationships/image" Target="../media/pimg3.jpg"/><Relationship Id="rId3" Type="http://schemas.openxmlformats.org/officeDocument/2006/relationships/image" Target="../media/pimg4.png"/><Relationship Id="rId4" Type="http://schemas.openxmlformats.org/officeDocument/2006/relationships/image" Target="../media/pimg7.jp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pimg3.jpg"/><Relationship Id="rId2" Type="http://schemas.openxmlformats.org/officeDocument/2006/relationships/image" Target="../media/pimg3.jpg"/><Relationship Id="rId3" Type="http://schemas.openxmlformats.org/officeDocument/2006/relationships/image" Target="../media/pimg4.png"/><Relationship Id="rId4" Type="http://schemas.openxmlformats.org/officeDocument/2006/relationships/image" Target="../media/1.png"/><Relationship Id="rId5" Type="http://schemas.openxmlformats.org/officeDocument/2006/relationships/image" Target="../media/2.png"/><Relationship Id="rId6" Type="http://schemas.openxmlformats.org/officeDocument/2006/relationships/image" Target="../media/3.png"/><Relationship Id="rId7" Type="http://schemas.openxmlformats.org/officeDocument/2006/relationships/image" Target="../media/4.png"/><Relationship Id="rId8" Type="http://schemas.openxmlformats.org/officeDocument/2006/relationships/image" Target="../media/5.png"/><Relationship Id="rId9" Type="http://schemas.openxmlformats.org/officeDocument/2006/relationships/image" Target="../media/pimg8.png"/><Relationship Id="rId10" Type="http://schemas.openxmlformats.org/officeDocument/2006/relationships/slideLayout" Target="../slideLayouts/slideLayout12.xml"/><Relationship Id="rId11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pimg3.jpg"/><Relationship Id="rId2" Type="http://schemas.openxmlformats.org/officeDocument/2006/relationships/hyperlink" Target="https://igotkarmayogi.gov.in" TargetMode="External"/><Relationship Id="rId3" Type="http://schemas.openxmlformats.org/officeDocument/2006/relationships/hyperlink" Target="https://nssta.gov.in" TargetMode="External"/><Relationship Id="rId4" Type="http://schemas.openxmlformats.org/officeDocument/2006/relationships/hyperlink" Target="https://mospi.gov.in" TargetMode="External"/><Relationship Id="rId5" Type="http://schemas.openxmlformats.org/officeDocument/2006/relationships/image" Target="../media/pimg3.jpg"/><Relationship Id="rId6" Type="http://schemas.openxmlformats.org/officeDocument/2006/relationships/image" Target="../media/pimg4.png"/><Relationship Id="rId7" Type="http://schemas.openxmlformats.org/officeDocument/2006/relationships/image" Target="../media/pimg9.jpg"/><Relationship Id="rId8" Type="http://schemas.openxmlformats.org/officeDocument/2006/relationships/slideLayout" Target="../slideLayouts/slideLayout12.xml"/><Relationship Id="rId9" Type="http://schemas.openxmlformats.org/officeDocument/2006/relationships/notesSlide" Target="../notesSlides/notesSlide6.xml"/><Relationship Id="rId10" Type="http://schemas.openxmlformats.org/officeDocument/2006/relationships/hyperlink" Target="https://statskill-ai-five.vercel.app" TargetMode="External"/><Relationship Id="rId11" Type="http://schemas.openxmlformats.org/officeDocument/2006/relationships/hyperlink" Target="https://github.com/iamwarriorofmyuniverse-coder/statskill-ai" TargetMode="Externa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曲线"/>
          <p:cNvSpPr>
            <a:spLocks/>
          </p:cNvSpPr>
          <p:nvPr/>
        </p:nvSpPr>
        <p:spPr>
          <a:xfrm rot="0">
            <a:off x="8485165" y="1277283"/>
            <a:ext cx="6957908" cy="7732452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/>
          </a:blipFill>
          <a:ln cmpd="sng" cap="flat">
            <a:noFill/>
            <a:prstDash val="solid"/>
            <a:miter/>
          </a:ln>
        </p:spPr>
      </p:sp>
      <p:grpSp>
        <p:nvGrpSpPr>
          <p:cNvPr id="18" name="Combination"/>
          <p:cNvGrpSpPr>
            <a:grpSpLocks/>
          </p:cNvGrpSpPr>
          <p:nvPr/>
        </p:nvGrpSpPr>
        <p:grpSpPr>
          <a:xfrm>
            <a:off x="10282333" y="2573817"/>
            <a:ext cx="4805267" cy="5139308"/>
            <a:chOff x="10282333" y="2573817"/>
            <a:chExt cx="4805267" cy="5139308"/>
          </a:xfrm>
        </p:grpSpPr>
        <p:sp>
          <p:nvSpPr>
            <p:cNvPr id="17" name="曲线"/>
            <p:cNvSpPr>
              <a:spLocks/>
            </p:cNvSpPr>
            <p:nvPr/>
          </p:nvSpPr>
          <p:spPr>
            <a:xfrm rot="0">
              <a:off x="10282333" y="2573817"/>
              <a:ext cx="4805267" cy="5139308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/>
              <a:stretch>
                <a:fillRect r="-149475"/>
              </a:stretch>
            </a:blipFill>
            <a:ln cmpd="sng" cap="flat">
              <a:noFill/>
              <a:prstDash val="solid"/>
              <a:miter/>
            </a:ln>
          </p:spPr>
        </p:sp>
      </p:grpSp>
      <p:grpSp>
        <p:nvGrpSpPr>
          <p:cNvPr id="21" name="Combination"/>
          <p:cNvGrpSpPr>
            <a:grpSpLocks/>
          </p:cNvGrpSpPr>
          <p:nvPr/>
        </p:nvGrpSpPr>
        <p:grpSpPr>
          <a:xfrm>
            <a:off x="496929" y="-804424"/>
            <a:ext cx="15544799" cy="3128962"/>
            <a:chOff x="496929" y="-804424"/>
            <a:chExt cx="15544799" cy="3128962"/>
          </a:xfrm>
        </p:grpSpPr>
        <p:sp>
          <p:nvSpPr>
            <p:cNvPr id="19" name="曲线"/>
            <p:cNvSpPr>
              <a:spLocks/>
            </p:cNvSpPr>
            <p:nvPr/>
          </p:nvSpPr>
          <p:spPr>
            <a:xfrm rot="0">
              <a:off x="496929" y="-790136"/>
              <a:ext cx="15544799" cy="311467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47246" b="-47246"/>
              </a:stretch>
            </a:blipFill>
            <a:ln cmpd="sng" cap="flat">
              <a:noFill/>
              <a:prstDash val="solid"/>
              <a:miter/>
            </a:ln>
          </p:spPr>
        </p:sp>
        <p:sp>
          <p:nvSpPr>
            <p:cNvPr id="20" name="Rectangle"/>
            <p:cNvSpPr>
              <a:spLocks/>
            </p:cNvSpPr>
            <p:nvPr/>
          </p:nvSpPr>
          <p:spPr>
            <a:xfrm rot="0">
              <a:off x="496929" y="-804424"/>
              <a:ext cx="15544799" cy="3128962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0" tIns="0" rIns="0" bIns="0" anchor="ctr" anchorCtr="0">
              <a:prstTxWarp prst="textNoShape"/>
            </a:bodyPr>
            <a:lstStyle/>
            <a:p>
              <a:pPr marL="0" indent="0" algn="ctr">
                <a:lnSpc>
                  <a:spcPts val="72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6000" b="1" i="0" u="none" strike="noStrike" kern="0" cap="none" spc="0" baseline="0">
                  <a:solidFill>
                    <a:srgbClr val="1F497D"/>
                  </a:solidFill>
                  <a:latin typeface="Garamond Bold" pitchFamily="0" charset="0"/>
                  <a:ea typeface="Garamond Bold" pitchFamily="0" charset="0"/>
                  <a:cs typeface="Garamond Bold" pitchFamily="0" charset="0"/>
                </a:rPr>
                <a:t>SMART INDIA HACKATHON 2026</a:t>
              </a:r>
              <a:endParaRPr lang="zh-CN" altLang="en-US" sz="1800" b="0" i="0" u="none" strike="noStrike" kern="0" cap="none" spc="0" baseline="0">
                <a:solidFill>
                  <a:schemeClr val="tx1"/>
                </a:solidFill>
                <a:latin typeface="Calibri" pitchFamily="0" charset="0"/>
                <a:ea typeface="Arial" pitchFamily="0" charset="0"/>
                <a:cs typeface="Calibri" pitchFamily="0" charset="0"/>
              </a:endParaRPr>
            </a:p>
          </p:txBody>
        </p:sp>
      </p:grpSp>
      <p:sp>
        <p:nvSpPr>
          <p:cNvPr id="22" name="Rectangle"/>
          <p:cNvSpPr>
            <a:spLocks/>
          </p:cNvSpPr>
          <p:nvPr/>
        </p:nvSpPr>
        <p:spPr>
          <a:xfrm rot="0">
            <a:off x="496928" y="4229099"/>
            <a:ext cx="8868885" cy="37859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lvl="1" marL="457200" indent="0" algn="just">
              <a:lnSpc>
                <a:spcPts val="3725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  <a:p>
            <a:pPr lvl="1" marL="701421" indent="-457200" algn="just">
              <a:lnSpc>
                <a:spcPts val="3725"/>
              </a:lnSpc>
              <a:spcBef>
                <a:spcPts val="0"/>
              </a:spcBef>
              <a:spcAft>
                <a:spcPts val="0"/>
              </a:spcAft>
              <a:buFont typeface="Courier New" pitchFamily="0" charset="0"/>
              <a:buChar char="o"/>
            </a:pPr>
            <a:r>
              <a:rPr b="1" sz="2000"/>
              <a:t>Problem Statement Title - </a:t>
            </a:r>
            <a:r>
              <a:rPr b="0" sz="2000"/>
              <a:t>StatSkill AI: AI-Assisted Skill Assessment &amp; Competency Calibration Platform</a:t>
            </a:r>
            <a:endParaRPr lang="en-US" altLang="zh-CN" sz="18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  <a:p>
            <a:pPr lvl="1" marL="701421" indent="-457200" algn="just">
              <a:lnSpc>
                <a:spcPts val="3725"/>
              </a:lnSpc>
              <a:spcBef>
                <a:spcPts val="0"/>
              </a:spcBef>
              <a:spcAft>
                <a:spcPts val="0"/>
              </a:spcAft>
              <a:buFont typeface="Courier New" pitchFamily="0" charset="0"/>
              <a:buChar char="o"/>
            </a:pPr>
            <a:r>
              <a:rPr b="1" sz="2200"/>
              <a:t>Problem Statement / Idea ID - </a:t>
            </a:r>
            <a:r>
              <a:rPr b="0" sz="2200"/>
              <a:t>21121</a:t>
            </a:r>
            <a:endParaRPr lang="en-US" altLang="zh-CN" sz="18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  <a:p>
            <a:pPr lvl="1" marL="701421" indent="-457200" algn="just">
              <a:lnSpc>
                <a:spcPts val="3725"/>
              </a:lnSpc>
              <a:spcBef>
                <a:spcPts val="0"/>
              </a:spcBef>
              <a:spcAft>
                <a:spcPts val="0"/>
              </a:spcAft>
              <a:buFont typeface="Courier New" pitchFamily="0" charset="0"/>
              <a:buChar char="o"/>
            </a:pPr>
            <a:r>
              <a:rPr b="1" sz="2200"/>
              <a:t>Theme - </a:t>
            </a:r>
            <a:r>
              <a:rPr b="0" sz="2200"/>
              <a:t>Smart Education    |    PS Category - Software</a:t>
            </a:r>
            <a:endParaRPr lang="en-US" altLang="zh-CN" sz="18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  <a:p>
            <a:pPr lvl="1" marL="701421" indent="-457200" algn="just">
              <a:lnSpc>
                <a:spcPts val="3725"/>
              </a:lnSpc>
              <a:spcBef>
                <a:spcPts val="0"/>
              </a:spcBef>
              <a:spcAft>
                <a:spcPts val="0"/>
              </a:spcAft>
              <a:buFont typeface="Courier New" pitchFamily="0" charset="0"/>
              <a:buChar char="o"/>
            </a:pPr>
            <a:r>
              <a:rPr b="1" sz="2200"/>
              <a:t>Team ID - </a:t>
            </a:r>
            <a:r>
              <a:rPr b="0" sz="2200"/>
              <a:t>176704</a:t>
            </a:r>
            <a:endParaRPr lang="en-US" altLang="zh-CN" sz="18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  <a:p>
            <a:pPr lvl="1" marL="701421" indent="-457200" algn="just">
              <a:lnSpc>
                <a:spcPts val="3725"/>
              </a:lnSpc>
              <a:spcBef>
                <a:spcPts val="0"/>
              </a:spcBef>
              <a:spcAft>
                <a:spcPts val="0"/>
              </a:spcAft>
              <a:buFont typeface="Courier New" pitchFamily="0" charset="0"/>
              <a:buChar char="o"/>
            </a:pPr>
            <a:r>
              <a:rPr b="1" sz="2200"/>
              <a:t>Team Name - </a:t>
            </a:r>
            <a:r>
              <a:rPr b="0" sz="2200"/>
              <a:t>AIZENIX</a:t>
            </a:r>
            <a:endParaRPr lang="zh-CN" altLang="en-US" sz="18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</p:txBody>
      </p:sp>
      <p:grpSp>
        <p:nvGrpSpPr>
          <p:cNvPr id="24" name="Combination"/>
          <p:cNvGrpSpPr>
            <a:grpSpLocks/>
          </p:cNvGrpSpPr>
          <p:nvPr/>
        </p:nvGrpSpPr>
        <p:grpSpPr>
          <a:xfrm>
            <a:off x="14670129" y="2248"/>
            <a:ext cx="3374803" cy="1593532"/>
            <a:chOff x="14670129" y="2248"/>
            <a:chExt cx="3374803" cy="1593532"/>
          </a:xfrm>
        </p:grpSpPr>
        <p:sp>
          <p:nvSpPr>
            <p:cNvPr id="23" name="曲线"/>
            <p:cNvSpPr>
              <a:spLocks/>
            </p:cNvSpPr>
            <p:nvPr/>
          </p:nvSpPr>
          <p:spPr>
            <a:xfrm rot="0">
              <a:off x="14670129" y="2248"/>
              <a:ext cx="3374803" cy="159353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>
                <a:fillRect b="1"/>
              </a:stretch>
            </a:blipFill>
            <a:ln cmpd="sng" cap="flat">
              <a:noFill/>
              <a:prstDash val="solid"/>
              <a:miter/>
            </a:ln>
          </p:spPr>
        </p:sp>
      </p:grpSp>
    </p:spTree>
    <p:extLst>
      <p:ext uri="{BB962C8B-B14F-4D97-AF65-F5344CB8AC3E}">
        <p14:creationId xmlns:p14="http://schemas.microsoft.com/office/powerpoint/2010/main" val="1494367687"/>
      </p:ext>
    </p:extLst>
  </p:cSld>
  <p:clrMapOvr>
    <a:masterClrMapping/>
  </p:clrMapOvr>
  <p:transition advClick="0"/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Combination"/>
          <p:cNvGrpSpPr>
            <a:grpSpLocks/>
          </p:cNvGrpSpPr>
          <p:nvPr/>
        </p:nvGrpSpPr>
        <p:grpSpPr>
          <a:xfrm>
            <a:off x="0" y="9532144"/>
            <a:ext cx="18288000" cy="754856"/>
            <a:chOff x="0" y="9532144"/>
            <a:chExt cx="18288000" cy="754856"/>
          </a:xfrm>
        </p:grpSpPr>
        <p:sp>
          <p:nvSpPr>
            <p:cNvPr id="28" name="曲线"/>
            <p:cNvSpPr>
              <a:spLocks/>
            </p:cNvSpPr>
            <p:nvPr/>
          </p:nvSpPr>
          <p:spPr>
            <a:xfrm rot="0">
              <a:off x="0" y="9532144"/>
              <a:ext cx="18288000" cy="754856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70C0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32" name="Combination"/>
          <p:cNvGrpSpPr>
            <a:grpSpLocks/>
          </p:cNvGrpSpPr>
          <p:nvPr/>
        </p:nvGrpSpPr>
        <p:grpSpPr>
          <a:xfrm>
            <a:off x="274501" y="-21431"/>
            <a:ext cx="16459200" cy="1735931"/>
            <a:chOff x="274501" y="-21431"/>
            <a:chExt cx="16459200" cy="1735931"/>
          </a:xfrm>
        </p:grpSpPr>
        <p:sp>
          <p:nvSpPr>
            <p:cNvPr id="30" name="曲线"/>
            <p:cNvSpPr>
              <a:spLocks/>
            </p:cNvSpPr>
            <p:nvPr/>
          </p:nvSpPr>
          <p:spPr>
            <a:xfrm rot="0">
              <a:off x="274501" y="0"/>
              <a:ext cx="16459200" cy="17145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blipFill rotWithShape="1">
              <a:blip r:embed="rId1">
                <a:alphaModFix amt="0"/>
              </a:blip>
              <a:stretch>
                <a:fillRect t="-137056" b="-137056"/>
              </a:stretch>
            </a:blipFill>
            <a:ln cmpd="sng" cap="flat">
              <a:noFill/>
              <a:prstDash val="solid"/>
              <a:miter/>
            </a:ln>
          </p:spPr>
        </p:sp>
        <p:sp>
          <p:nvSpPr>
            <p:cNvPr id="31" name="Rectangle"/>
            <p:cNvSpPr>
              <a:spLocks/>
            </p:cNvSpPr>
            <p:nvPr/>
          </p:nvSpPr>
          <p:spPr>
            <a:xfrm rot="0">
              <a:off x="274501" y="-21431"/>
              <a:ext cx="16459200" cy="1735931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0" tIns="0" rIns="0" bIns="0" anchor="ctr" anchorCtr="0">
              <a:prstTxWarp prst="textNoShape"/>
            </a:bodyPr>
            <a:lstStyle/>
            <a:p>
              <a:pPr marL="0" indent="0" algn="ctr">
                <a:lnSpc>
                  <a:spcPts val="43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3600" b="1" i="0" u="none" strike="noStrike" kern="0" cap="none" spc="0" baseline="0">
                  <a:solidFill>
                    <a:srgbClr val="000000"/>
                  </a:solidFill>
                  <a:latin typeface="Times New Roman Bold" pitchFamily="0" charset="0"/>
                  <a:ea typeface="Times New Roman Bold" pitchFamily="0" charset="0"/>
                  <a:cs typeface="Times New Roman Bold" pitchFamily="0" charset="0"/>
                </a:rPr>
                <a:t>StatSkill AI — Competency Layer for iGOT Karmayogi</a:t>
              </a:r>
              <a:endParaRPr lang="en-US" altLang="zh-CN" sz="1800" b="0" i="0" u="none" strike="noStrike" kern="0" cap="none" spc="0" baseline="0">
                <a:solidFill>
                  <a:schemeClr val="tx1"/>
                </a:solidFill>
                <a:latin typeface="Calibri" pitchFamily="0" charset="0"/>
                <a:ea typeface="Arial" pitchFamily="0" charset="0"/>
                <a:cs typeface="Calibri" pitchFamily="0" charset="0"/>
              </a:endParaRPr>
            </a:p>
            <a:p>
              <a:pPr marL="0" indent="0" algn="ctr">
                <a:lnSpc>
                  <a:spcPts val="3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zh-CN" altLang="en-US" sz="3000" b="1" i="0" u="none" strike="noStrike" kern="0" cap="none" spc="0" baseline="0">
                <a:solidFill>
                  <a:srgbClr val="000000"/>
                </a:solidFill>
                <a:latin typeface="Times New Roman Bold" pitchFamily="0" charset="0"/>
                <a:ea typeface="Times New Roman Bold" pitchFamily="0" charset="0"/>
                <a:cs typeface="Times New Roman Bold" pitchFamily="0" charset="0"/>
              </a:endParaRPr>
            </a:p>
          </p:txBody>
        </p:sp>
      </p:grpSp>
      <p:sp>
        <p:nvSpPr>
          <p:cNvPr id="33" name="Rectangle"/>
          <p:cNvSpPr>
            <a:spLocks/>
          </p:cNvSpPr>
          <p:nvPr/>
        </p:nvSpPr>
        <p:spPr>
          <a:xfrm rot="0">
            <a:off x="513746" y="3314700"/>
            <a:ext cx="10763855" cy="46364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lvl="1" marL="325755" indent="0"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sng" strike="noStrike" kern="0" cap="none" spc="0" baseline="0">
                <a:solidFill>
                  <a:srgbClr val="1F497D"/>
                </a:solidFill>
                <a:latin typeface="Times New Roman" pitchFamily="0" charset="0"/>
                <a:ea typeface="Arial Bold" pitchFamily="0" charset="0"/>
                <a:cs typeface="Times New Roman" pitchFamily="0" charset="0"/>
              </a:rPr>
              <a:t>Proposed Solution</a:t>
            </a:r>
            <a:endParaRPr lang="en-US" altLang="zh-CN" sz="18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  <a:p>
            <a:pPr lvl="1" marL="325755" indent="0"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3600" b="1" i="0" u="sng" strike="noStrike" kern="0" cap="none" spc="0" baseline="0">
              <a:solidFill>
                <a:srgbClr val="1F497D"/>
              </a:solidFill>
              <a:latin typeface="Arial Bold" pitchFamily="0" charset="0"/>
              <a:ea typeface="Arial Bold" pitchFamily="0" charset="0"/>
              <a:cs typeface="Arial Bold" pitchFamily="0" charset="0"/>
            </a:endParaRPr>
          </a:p>
          <a:p>
            <a:pPr lvl="1" marL="488442" indent="-244221" algn="just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sz="2000"/>
              <a:t>Profiles each candidate/officer (role, experience, past training) &amp; scores competency across 4 core domains to isolate exact skill gaps using deterministic zero-hallucination logic.</a:t>
            </a:r>
            <a:endParaRPr lang="en-US" altLang="zh-CN" sz="18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  <a:p>
            <a:pPr lvl="1" marL="244221" indent="0" algn="just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0" i="0" u="none" strike="noStrike" kern="0" cap="none" spc="0" baseline="0">
              <a:solidFill>
                <a:srgbClr val="000000"/>
              </a:solidFill>
              <a:latin typeface="Times New Roman" pitchFamily="0" charset="0"/>
              <a:ea typeface="Arial" pitchFamily="0" charset="0"/>
              <a:cs typeface="Times New Roman" pitchFamily="0" charset="0"/>
            </a:endParaRPr>
          </a:p>
          <a:p>
            <a:pPr lvl="1" marL="488442" indent="-244221" algn="just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sz="2000"/>
              <a:t>Recommends personalized iGOT Karmayogi / NSSTA-TPAC courses, tracks completion via iGOT APIs &amp; re-scores after learning — a continuous </a:t>
            </a:r>
            <a:endParaRPr lang="en-US" altLang="zh-CN" sz="18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  <a:p>
            <a:pPr lvl="1" marL="244221" indent="0" algn="just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/>
              <a:t>   Measure → Diagnose → Learn → Reassess  loop</a:t>
            </a:r>
            <a:endParaRPr lang="en-US" altLang="zh-CN" sz="18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  <a:p>
            <a:pPr lvl="1" marL="244221" indent="0" algn="just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0" i="0" u="none" strike="noStrike" kern="0" cap="none" spc="0" baseline="0">
              <a:solidFill>
                <a:srgbClr val="000000"/>
              </a:solidFill>
              <a:latin typeface="Times New Roman" pitchFamily="0" charset="0"/>
              <a:ea typeface="Arial" pitchFamily="0" charset="0"/>
              <a:cs typeface="Times New Roman" pitchFamily="0" charset="0"/>
            </a:endParaRPr>
          </a:p>
          <a:p>
            <a:pPr lvl="1" marL="488442" indent="-244221" algn="just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b="1" sz="2000"/>
              <a:t>Flagship: </a:t>
            </a:r>
            <a:r>
              <a:rPr sz="2000"/>
              <a:t>trainer uploads a PDF/PPT/DOCX → AI extracts key concepts and generates trainer-reviewed MCQs with rationales; sits ON TOP of iGOT as an intelligence layer, not a replacement.</a:t>
            </a:r>
            <a:endParaRPr lang="zh-CN" altLang="en-US" sz="18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</p:txBody>
      </p:sp>
      <p:grpSp>
        <p:nvGrpSpPr>
          <p:cNvPr id="36" name="Combination"/>
          <p:cNvGrpSpPr>
            <a:grpSpLocks/>
          </p:cNvGrpSpPr>
          <p:nvPr/>
        </p:nvGrpSpPr>
        <p:grpSpPr>
          <a:xfrm>
            <a:off x="13106400" y="9520238"/>
            <a:ext cx="4267200" cy="561975"/>
            <a:chOff x="13106400" y="9520238"/>
            <a:chExt cx="4267200" cy="561975"/>
          </a:xfrm>
        </p:grpSpPr>
        <p:sp>
          <p:nvSpPr>
            <p:cNvPr id="34" name="曲线"/>
            <p:cNvSpPr>
              <a:spLocks/>
            </p:cNvSpPr>
            <p:nvPr/>
          </p:nvSpPr>
          <p:spPr>
            <a:xfrm rot="0">
              <a:off x="13106400" y="9534525"/>
              <a:ext cx="4267200" cy="547688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101813" b="-101812"/>
              </a:stretch>
            </a:blipFill>
            <a:ln cmpd="sng" cap="flat">
              <a:noFill/>
              <a:prstDash val="solid"/>
              <a:miter/>
            </a:ln>
          </p:spPr>
        </p:sp>
        <p:sp>
          <p:nvSpPr>
            <p:cNvPr id="35" name="Rectangle"/>
            <p:cNvSpPr>
              <a:spLocks/>
            </p:cNvSpPr>
            <p:nvPr/>
          </p:nvSpPr>
          <p:spPr>
            <a:xfrm rot="0">
              <a:off x="13106400" y="9520238"/>
              <a:ext cx="4267200" cy="561975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0" tIns="0" rIns="0" bIns="0" anchor="ctr" anchorCtr="0">
              <a:prstTxWarp prst="textNoShape"/>
            </a:bodyPr>
            <a:lstStyle/>
            <a:p>
              <a:pPr marL="0" indent="0" algn="r">
                <a:lnSpc>
                  <a:spcPts val="21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800" b="1" i="0" u="none" strike="noStrike" kern="0" cap="none" spc="0" baseline="0">
                  <a:solidFill>
                    <a:srgbClr val="FFFFFF"/>
                  </a:solidFill>
                  <a:latin typeface="Arimo Bold" pitchFamily="0" charset="0"/>
                  <a:ea typeface="Arimo Bold" pitchFamily="0" charset="0"/>
                  <a:cs typeface="Arimo Bold" pitchFamily="0" charset="0"/>
                </a:rPr>
                <a:t>2</a:t>
              </a:r>
              <a:endParaRPr lang="zh-CN" altLang="en-US" sz="1800" b="0" i="0" u="none" strike="noStrike" kern="0" cap="none" spc="0" baseline="0">
                <a:solidFill>
                  <a:schemeClr val="tx1"/>
                </a:solidFill>
                <a:latin typeface="Calibri" pitchFamily="0" charset="0"/>
                <a:ea typeface="Arial" pitchFamily="0" charset="0"/>
                <a:cs typeface="Calibri" pitchFamily="0" charset="0"/>
              </a:endParaRPr>
            </a:p>
          </p:txBody>
        </p:sp>
      </p:grpSp>
      <p:grpSp>
        <p:nvGrpSpPr>
          <p:cNvPr id="38" name="Combination"/>
          <p:cNvGrpSpPr>
            <a:grpSpLocks/>
          </p:cNvGrpSpPr>
          <p:nvPr/>
        </p:nvGrpSpPr>
        <p:grpSpPr>
          <a:xfrm>
            <a:off x="14670129" y="2248"/>
            <a:ext cx="3374803" cy="1593532"/>
            <a:chOff x="14670129" y="2248"/>
            <a:chExt cx="3374803" cy="1593532"/>
          </a:xfrm>
        </p:grpSpPr>
        <p:sp>
          <p:nvSpPr>
            <p:cNvPr id="37" name="曲线"/>
            <p:cNvSpPr>
              <a:spLocks/>
            </p:cNvSpPr>
            <p:nvPr/>
          </p:nvSpPr>
          <p:spPr>
            <a:xfrm rot="0">
              <a:off x="14670129" y="2248"/>
              <a:ext cx="3374803" cy="159353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/>
              <a:stretch>
                <a:fillRect b="1"/>
              </a:stretch>
            </a:blipFill>
            <a:ln cmpd="sng" cap="flat">
              <a:noFill/>
              <a:prstDash val="solid"/>
              <a:miter/>
            </a:ln>
          </p:spPr>
        </p:sp>
      </p:grpSp>
      <p:sp>
        <p:nvSpPr>
          <p:cNvPr id="39" name="Rectangle"/>
          <p:cNvSpPr>
            <a:spLocks/>
          </p:cNvSpPr>
          <p:nvPr/>
        </p:nvSpPr>
        <p:spPr>
          <a:xfrm rot="0">
            <a:off x="11887199" y="2476500"/>
            <a:ext cx="5887052" cy="3581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0" cap="none" spc="0" baseline="0">
                <a:solidFill>
                  <a:schemeClr val="tx1"/>
                </a:solidFill>
                <a:latin typeface="Calibri" pitchFamily="0" charset="0"/>
                <a:ea typeface="Arial" pitchFamily="0" charset="0"/>
                <a:cs typeface="Calibri" pitchFamily="0" charset="0"/>
              </a:rPr>
              <a:t>	</a:t>
            </a:r>
            <a:endParaRPr lang="zh-CN" altLang="en-US" sz="18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</p:txBody>
      </p:sp>
      <p:sp>
        <p:nvSpPr>
          <p:cNvPr id="40" name="Rectangle"/>
          <p:cNvSpPr>
            <a:spLocks/>
          </p:cNvSpPr>
          <p:nvPr/>
        </p:nvSpPr>
        <p:spPr>
          <a:xfrm rot="0">
            <a:off x="12140944" y="1911389"/>
            <a:ext cx="5887053" cy="7239000"/>
          </a:xfrm>
          <a:prstGeom prst="rect"/>
          <a:blipFill rotWithShape="1">
            <a:blip r:embed="rId4"/>
            <a:stretch/>
          </a:blipFill>
          <a:ln w="25400" cmpd="sng" cap="flat">
            <a:solidFill>
              <a:srgbClr val="FFFFFF"/>
            </a:solidFill>
            <a:prstDash val="solid"/>
            <a:round/>
          </a:ln>
        </p:spPr>
      </p:sp>
      <p:grpSp>
        <p:nvGrpSpPr>
          <p:cNvPr id="43" name="Combination"/>
          <p:cNvGrpSpPr>
            <a:grpSpLocks/>
          </p:cNvGrpSpPr>
          <p:nvPr/>
        </p:nvGrpSpPr>
        <p:grpSpPr>
          <a:xfrm>
            <a:off x="806859" y="387745"/>
            <a:ext cx="1896456" cy="1278868"/>
            <a:chOff x="806859" y="387745"/>
            <a:chExt cx="1896456" cy="1278868"/>
          </a:xfrm>
        </p:grpSpPr>
        <p:sp>
          <p:nvSpPr>
            <p:cNvPr id="41" name="曲线" descr="Your startup LOGO"/>
            <p:cNvSpPr>
              <a:spLocks/>
            </p:cNvSpPr>
            <p:nvPr/>
          </p:nvSpPr>
          <p:spPr>
            <a:xfrm rot="0">
              <a:off x="806859" y="430173"/>
              <a:ext cx="1896427" cy="123644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4835" y="21600"/>
                    <a:pt x="0" y="16764"/>
                    <a:pt x="0" y="10800"/>
                  </a:cubicBezTo>
                  <a:close/>
                </a:path>
              </a:pathLst>
            </a:custGeom>
            <a:solidFill>
              <a:srgbClr val="FFFFFF"/>
            </a:solidFill>
            <a:ln w="38100" cmpd="sng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42" name="Rectangle"/>
            <p:cNvSpPr>
              <a:spLocks/>
            </p:cNvSpPr>
            <p:nvPr/>
          </p:nvSpPr>
          <p:spPr>
            <a:xfrm rot="0">
              <a:off x="806859" y="387745"/>
              <a:ext cx="1896456" cy="1278858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50800" tIns="50800" rIns="50800" bIns="50800" anchor="ctr" anchorCtr="0">
              <a:prstTxWarp prst="textNoShape"/>
            </a:bodyPr>
            <a:lstStyle/>
            <a:p>
              <a:pPr marL="0" indent="0" algn="ctr">
                <a:lnSpc>
                  <a:spcPts val="32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2700" b="0" i="0" u="none" strike="noStrike" kern="0" cap="none" spc="0" baseline="0">
                  <a:solidFill>
                    <a:srgbClr val="000000"/>
                  </a:solidFill>
                  <a:latin typeface="Cascadia Code" pitchFamily="0" charset="0"/>
                  <a:ea typeface="Calibri (MS)" pitchFamily="0" charset="0"/>
                  <a:cs typeface="Cascadia Code" pitchFamily="0" charset="0"/>
                </a:rPr>
                <a:t>AIZENIX</a:t>
              </a:r>
              <a:r>
                <a:rPr lang="en-US" altLang="zh-CN" sz="2700" b="0" i="0" u="none" strike="noStrike" kern="0" cap="none" spc="0" baseline="0">
                  <a:solidFill>
                    <a:srgbClr val="000000"/>
                  </a:solidFill>
                  <a:latin typeface="Calibri (MS)" pitchFamily="0" charset="0"/>
                  <a:ea typeface="Calibri (MS)" pitchFamily="0" charset="0"/>
                  <a:cs typeface="Calibri (MS)" pitchFamily="0" charset="0"/>
                </a:rPr>
                <a:t> </a:t>
              </a:r>
              <a:endParaRPr lang="zh-CN" altLang="en-US" sz="1800" b="0" i="0" u="none" strike="noStrike" kern="0" cap="none" spc="0" baseline="0">
                <a:solidFill>
                  <a:schemeClr val="tx1"/>
                </a:solidFill>
                <a:latin typeface="Calibri" pitchFamily="0" charset="0"/>
                <a:ea typeface="Arial" pitchFamily="0" charset="0"/>
                <a:cs typeface="Calibri" pitchFamily="0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9418260"/>
      </p:ext>
    </p:extLst>
  </p:cSld>
  <p:clrMapOvr>
    <a:masterClrMapping/>
  </p:clrMapOvr>
  <p:transition advClick="0"/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Combination"/>
          <p:cNvGrpSpPr>
            <a:grpSpLocks/>
          </p:cNvGrpSpPr>
          <p:nvPr/>
        </p:nvGrpSpPr>
        <p:grpSpPr>
          <a:xfrm>
            <a:off x="0" y="9532144"/>
            <a:ext cx="18288000" cy="754856"/>
            <a:chOff x="0" y="9532144"/>
            <a:chExt cx="18288000" cy="754856"/>
          </a:xfrm>
        </p:grpSpPr>
        <p:sp>
          <p:nvSpPr>
            <p:cNvPr id="50" name="曲线"/>
            <p:cNvSpPr>
              <a:spLocks/>
            </p:cNvSpPr>
            <p:nvPr/>
          </p:nvSpPr>
          <p:spPr>
            <a:xfrm rot="0">
              <a:off x="0" y="9532144"/>
              <a:ext cx="18288000" cy="754856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70C0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54" name="Combination"/>
          <p:cNvGrpSpPr>
            <a:grpSpLocks/>
          </p:cNvGrpSpPr>
          <p:nvPr/>
        </p:nvGrpSpPr>
        <p:grpSpPr>
          <a:xfrm>
            <a:off x="914400" y="-92869"/>
            <a:ext cx="16459200" cy="1735931"/>
            <a:chOff x="914400" y="-92869"/>
            <a:chExt cx="16459200" cy="1735931"/>
          </a:xfrm>
        </p:grpSpPr>
        <p:sp>
          <p:nvSpPr>
            <p:cNvPr id="52" name="曲线"/>
            <p:cNvSpPr>
              <a:spLocks/>
            </p:cNvSpPr>
            <p:nvPr/>
          </p:nvSpPr>
          <p:spPr>
            <a:xfrm rot="0">
              <a:off x="914400" y="-71438"/>
              <a:ext cx="16459200" cy="17145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blipFill rotWithShape="1">
              <a:blip r:embed="rId1">
                <a:alphaModFix amt="0"/>
              </a:blip>
              <a:stretch>
                <a:fillRect t="-137056" b="-137056"/>
              </a:stretch>
            </a:blipFill>
            <a:ln cmpd="sng" cap="flat">
              <a:noFill/>
              <a:prstDash val="solid"/>
              <a:miter/>
            </a:ln>
          </p:spPr>
        </p:sp>
        <p:sp>
          <p:nvSpPr>
            <p:cNvPr id="53" name="Rectangle"/>
            <p:cNvSpPr>
              <a:spLocks/>
            </p:cNvSpPr>
            <p:nvPr/>
          </p:nvSpPr>
          <p:spPr>
            <a:xfrm rot="0">
              <a:off x="914400" y="-92869"/>
              <a:ext cx="16459200" cy="1735931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0" tIns="0" rIns="0" bIns="0" anchor="ctr" anchorCtr="0">
              <a:prstTxWarp prst="textNoShape"/>
            </a:bodyPr>
            <a:lstStyle/>
            <a:p>
              <a:pPr marL="0" indent="0" algn="ctr">
                <a:lnSpc>
                  <a:spcPts val="64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5400" b="1" i="0" u="none" strike="noStrike" kern="0" cap="none" spc="0" baseline="0">
                  <a:solidFill>
                    <a:srgbClr val="000000"/>
                  </a:solidFill>
                  <a:latin typeface="Times New Roman Bold" pitchFamily="0" charset="0"/>
                  <a:ea typeface="Times New Roman Bold" pitchFamily="0" charset="0"/>
                  <a:cs typeface="Times New Roman Bold" pitchFamily="0" charset="0"/>
                </a:rPr>
                <a:t>TECHNICAL APPROACH</a:t>
              </a:r>
              <a:endParaRPr lang="zh-CN" altLang="en-US" sz="1800" b="0" i="0" u="none" strike="noStrike" kern="0" cap="none" spc="0" baseline="0">
                <a:solidFill>
                  <a:schemeClr val="tx1"/>
                </a:solidFill>
                <a:latin typeface="Calibri" pitchFamily="0" charset="0"/>
                <a:ea typeface="Arial" pitchFamily="0" charset="0"/>
                <a:cs typeface="Calibri" pitchFamily="0" charset="0"/>
              </a:endParaRPr>
            </a:p>
          </p:txBody>
        </p:sp>
      </p:grpSp>
      <p:sp>
        <p:nvSpPr>
          <p:cNvPr id="55" name="Rectangle"/>
          <p:cNvSpPr>
            <a:spLocks/>
          </p:cNvSpPr>
          <p:nvPr/>
        </p:nvSpPr>
        <p:spPr>
          <a:xfrm rot="0">
            <a:off x="1143000" y="3112174"/>
            <a:ext cx="9814560" cy="3981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000"/>
              <a:t>Frontend: </a:t>
            </a:r>
            <a:r>
              <a:rPr sz="2000"/>
              <a:t>React.js 18, Interactive Dashboards, Recharts (Radar &amp; Bar comparison)</a:t>
            </a:r>
            <a:endParaRPr lang="en-US" altLang="zh-CN" sz="18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0" i="0" u="none" strike="noStrike" kern="0" cap="none" spc="0" baseline="0">
              <a:solidFill>
                <a:schemeClr val="tx1"/>
              </a:solidFill>
              <a:latin typeface="Times New Roman" pitchFamily="0" charset="0"/>
              <a:ea typeface="Arial" pitchFamily="0" charset="0"/>
              <a:cs typeface="Times New Roman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000"/>
              <a:t>Backend: </a:t>
            </a:r>
            <a:r>
              <a:rPr sz="2000"/>
              <a:t>Node.js / Express REST APIs, Deterministic Competency-Scoring Engine</a:t>
            </a:r>
            <a:endParaRPr lang="en-US" altLang="zh-CN" sz="18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0" i="0" u="none" strike="noStrike" kern="0" cap="none" spc="0" baseline="0">
              <a:solidFill>
                <a:schemeClr val="tx1"/>
              </a:solidFill>
              <a:latin typeface="Times New Roman" pitchFamily="0" charset="0"/>
              <a:ea typeface="Arial" pitchFamily="0" charset="0"/>
              <a:cs typeface="Times New Roman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000"/>
              <a:t>AI / NLP: </a:t>
            </a:r>
            <a:r>
              <a:rPr sz="2000"/>
              <a:t>Google Gemini Multimodal APIs, Document Parsing (PDF/DOCX), MCQ Generation</a:t>
            </a:r>
            <a:endParaRPr lang="en-US" altLang="zh-CN" sz="18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0" i="0" u="none" strike="noStrike" kern="0" cap="none" spc="0" baseline="0">
              <a:solidFill>
                <a:schemeClr val="tx1"/>
              </a:solidFill>
              <a:latin typeface="Times New Roman" pitchFamily="0" charset="0"/>
              <a:ea typeface="Arial" pitchFamily="0" charset="0"/>
              <a:cs typeface="Times New Roman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000"/>
              <a:t>RBAC: </a:t>
            </a:r>
            <a:r>
              <a:rPr sz="2000"/>
              <a:t>Role-Based Access Control, Server-Side Trainer Passcode Validation</a:t>
            </a:r>
            <a:endParaRPr lang="en-US" altLang="zh-CN" sz="18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0" i="0" u="none" strike="noStrike" kern="0" cap="none" spc="0" baseline="0">
              <a:solidFill>
                <a:schemeClr val="tx1"/>
              </a:solidFill>
              <a:latin typeface="Times New Roman" pitchFamily="0" charset="0"/>
              <a:ea typeface="Arial" pitchFamily="0" charset="0"/>
              <a:cs typeface="Times New Roman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000"/>
              <a:t>SSO &amp; Security: </a:t>
            </a:r>
            <a:r>
              <a:rPr sz="2000"/>
              <a:t>Single Sign-On, Secure Firebase Authentication, DPDP Act 2023 Compliance</a:t>
            </a:r>
            <a:endParaRPr lang="en-US" altLang="zh-CN" sz="18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0" i="0" u="none" strike="noStrike" kern="0" cap="none" spc="0" baseline="0">
              <a:solidFill>
                <a:schemeClr val="tx1"/>
              </a:solidFill>
              <a:latin typeface="Times New Roman" pitchFamily="0" charset="0"/>
              <a:ea typeface="Arial" pitchFamily="0" charset="0"/>
              <a:cs typeface="Times New Roman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000"/>
              <a:t>API: </a:t>
            </a:r>
            <a:r>
              <a:rPr sz="2000"/>
              <a:t>iGOT REST API Federation Ready, Zero-Infrastructure Serverless Cloud</a:t>
            </a:r>
            <a:endParaRPr lang="zh-CN" altLang="en-US" sz="18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</p:txBody>
      </p:sp>
      <p:grpSp>
        <p:nvGrpSpPr>
          <p:cNvPr id="58" name="Combination"/>
          <p:cNvGrpSpPr>
            <a:grpSpLocks/>
          </p:cNvGrpSpPr>
          <p:nvPr/>
        </p:nvGrpSpPr>
        <p:grpSpPr>
          <a:xfrm>
            <a:off x="13106400" y="9520238"/>
            <a:ext cx="4267200" cy="561975"/>
            <a:chOff x="13106400" y="9520238"/>
            <a:chExt cx="4267200" cy="561975"/>
          </a:xfrm>
        </p:grpSpPr>
        <p:sp>
          <p:nvSpPr>
            <p:cNvPr id="56" name="曲线"/>
            <p:cNvSpPr>
              <a:spLocks/>
            </p:cNvSpPr>
            <p:nvPr/>
          </p:nvSpPr>
          <p:spPr>
            <a:xfrm rot="0">
              <a:off x="13106400" y="9534525"/>
              <a:ext cx="4267200" cy="547688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101813" b="-101812"/>
              </a:stretch>
            </a:blipFill>
            <a:ln cmpd="sng" cap="flat">
              <a:noFill/>
              <a:prstDash val="solid"/>
              <a:miter/>
            </a:ln>
          </p:spPr>
        </p:sp>
        <p:sp>
          <p:nvSpPr>
            <p:cNvPr id="57" name="Rectangle"/>
            <p:cNvSpPr>
              <a:spLocks/>
            </p:cNvSpPr>
            <p:nvPr/>
          </p:nvSpPr>
          <p:spPr>
            <a:xfrm rot="0">
              <a:off x="13106400" y="9520238"/>
              <a:ext cx="4267200" cy="561975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0" tIns="0" rIns="0" bIns="0" anchor="ctr" anchorCtr="0">
              <a:prstTxWarp prst="textNoShape"/>
            </a:bodyPr>
            <a:lstStyle/>
            <a:p>
              <a:pPr marL="0" indent="0" algn="r">
                <a:lnSpc>
                  <a:spcPts val="21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800" b="1" i="0" u="none" strike="noStrike" kern="0" cap="none" spc="0" baseline="0">
                  <a:solidFill>
                    <a:srgbClr val="FFFFFF"/>
                  </a:solidFill>
                  <a:latin typeface="Arimo Bold" pitchFamily="0" charset="0"/>
                  <a:ea typeface="Arimo Bold" pitchFamily="0" charset="0"/>
                  <a:cs typeface="Arimo Bold" pitchFamily="0" charset="0"/>
                </a:rPr>
                <a:t>3</a:t>
              </a:r>
              <a:endParaRPr lang="zh-CN" altLang="en-US" sz="1800" b="0" i="0" u="none" strike="noStrike" kern="0" cap="none" spc="0" baseline="0">
                <a:solidFill>
                  <a:schemeClr val="tx1"/>
                </a:solidFill>
                <a:latin typeface="Calibri" pitchFamily="0" charset="0"/>
                <a:ea typeface="Arial" pitchFamily="0" charset="0"/>
                <a:cs typeface="Calibri" pitchFamily="0" charset="0"/>
              </a:endParaRPr>
            </a:p>
          </p:txBody>
        </p:sp>
      </p:grpSp>
      <p:grpSp>
        <p:nvGrpSpPr>
          <p:cNvPr id="60" name="Combination"/>
          <p:cNvGrpSpPr>
            <a:grpSpLocks/>
          </p:cNvGrpSpPr>
          <p:nvPr/>
        </p:nvGrpSpPr>
        <p:grpSpPr>
          <a:xfrm>
            <a:off x="14670129" y="2248"/>
            <a:ext cx="3374803" cy="1593532"/>
            <a:chOff x="14670129" y="2248"/>
            <a:chExt cx="3374803" cy="1593532"/>
          </a:xfrm>
        </p:grpSpPr>
        <p:sp>
          <p:nvSpPr>
            <p:cNvPr id="59" name="曲线"/>
            <p:cNvSpPr>
              <a:spLocks/>
            </p:cNvSpPr>
            <p:nvPr/>
          </p:nvSpPr>
          <p:spPr>
            <a:xfrm rot="0">
              <a:off x="14670129" y="2248"/>
              <a:ext cx="3374803" cy="159353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/>
              <a:stretch>
                <a:fillRect b="1"/>
              </a:stretch>
            </a:blipFill>
            <a:ln cmpd="sng" cap="flat">
              <a:noFill/>
              <a:prstDash val="solid"/>
              <a:miter/>
            </a:ln>
          </p:spPr>
        </p:sp>
      </p:grpSp>
      <p:sp>
        <p:nvSpPr>
          <p:cNvPr id="61" name="Rectangle"/>
          <p:cNvSpPr>
            <a:spLocks/>
          </p:cNvSpPr>
          <p:nvPr/>
        </p:nvSpPr>
        <p:spPr>
          <a:xfrm rot="0">
            <a:off x="9127067" y="2476500"/>
            <a:ext cx="8917864" cy="6096000"/>
          </a:xfrm>
          <a:prstGeom prst="rect"/>
          <a:blipFill rotWithShape="1">
            <a:blip r:embed="rId4"/>
            <a:stretch/>
          </a:blipFill>
          <a:ln w="25400" cmpd="sng" cap="flat">
            <a:noFill/>
            <a:prstDash val="solid"/>
            <a:round/>
          </a:ln>
        </p:spPr>
      </p:sp>
      <p:grpSp>
        <p:nvGrpSpPr>
          <p:cNvPr id="64" name="Combination"/>
          <p:cNvGrpSpPr>
            <a:grpSpLocks/>
          </p:cNvGrpSpPr>
          <p:nvPr/>
        </p:nvGrpSpPr>
        <p:grpSpPr>
          <a:xfrm>
            <a:off x="806859" y="387745"/>
            <a:ext cx="1896456" cy="1278868"/>
            <a:chOff x="806859" y="387745"/>
            <a:chExt cx="1896456" cy="1278868"/>
          </a:xfrm>
        </p:grpSpPr>
        <p:sp>
          <p:nvSpPr>
            <p:cNvPr id="62" name="曲线" descr="Your startup LOGO"/>
            <p:cNvSpPr>
              <a:spLocks/>
            </p:cNvSpPr>
            <p:nvPr/>
          </p:nvSpPr>
          <p:spPr>
            <a:xfrm rot="0">
              <a:off x="806859" y="430173"/>
              <a:ext cx="1896427" cy="123644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4835" y="21600"/>
                    <a:pt x="0" y="16764"/>
                    <a:pt x="0" y="10800"/>
                  </a:cubicBezTo>
                  <a:close/>
                </a:path>
              </a:pathLst>
            </a:custGeom>
            <a:solidFill>
              <a:srgbClr val="FFFFFF"/>
            </a:solidFill>
            <a:ln w="38100" cmpd="sng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63" name="Rectangle"/>
            <p:cNvSpPr>
              <a:spLocks/>
            </p:cNvSpPr>
            <p:nvPr/>
          </p:nvSpPr>
          <p:spPr>
            <a:xfrm rot="0">
              <a:off x="806859" y="387745"/>
              <a:ext cx="1896456" cy="1278858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50800" tIns="50800" rIns="50800" bIns="50800" anchor="ctr" anchorCtr="0">
              <a:prstTxWarp prst="textNoShape"/>
            </a:bodyPr>
            <a:lstStyle/>
            <a:p>
              <a:pPr marL="0" indent="0" algn="ctr">
                <a:lnSpc>
                  <a:spcPts val="32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2700" b="0" i="0" u="none" strike="noStrike" kern="0" cap="none" spc="0" baseline="0">
                  <a:solidFill>
                    <a:srgbClr val="000000"/>
                  </a:solidFill>
                  <a:latin typeface="Cascadia Code" pitchFamily="0" charset="0"/>
                  <a:ea typeface="Calibri (MS)" pitchFamily="0" charset="0"/>
                  <a:cs typeface="Cascadia Code" pitchFamily="0" charset="0"/>
                </a:rPr>
                <a:t>AIZENIX</a:t>
              </a:r>
              <a:r>
                <a:rPr lang="en-US" altLang="zh-CN" sz="2700" b="0" i="0" u="none" strike="noStrike" kern="0" cap="none" spc="0" baseline="0">
                  <a:solidFill>
                    <a:srgbClr val="000000"/>
                  </a:solidFill>
                  <a:latin typeface="Calibri (MS)" pitchFamily="0" charset="0"/>
                  <a:ea typeface="Calibri (MS)" pitchFamily="0" charset="0"/>
                  <a:cs typeface="Calibri (MS)" pitchFamily="0" charset="0"/>
                </a:rPr>
                <a:t> </a:t>
              </a:r>
              <a:endParaRPr lang="zh-CN" altLang="en-US" sz="1800" b="0" i="0" u="none" strike="noStrike" kern="0" cap="none" spc="0" baseline="0">
                <a:solidFill>
                  <a:schemeClr val="tx1"/>
                </a:solidFill>
                <a:latin typeface="Calibri" pitchFamily="0" charset="0"/>
                <a:ea typeface="Arial" pitchFamily="0" charset="0"/>
                <a:cs typeface="Calibri" pitchFamily="0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0866663"/>
      </p:ext>
    </p:extLst>
  </p:cSld>
  <p:clrMapOvr>
    <a:masterClrMapping/>
  </p:clrMapOvr>
  <p:transition advClick="0"/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Combination"/>
          <p:cNvGrpSpPr>
            <a:grpSpLocks/>
          </p:cNvGrpSpPr>
          <p:nvPr/>
        </p:nvGrpSpPr>
        <p:grpSpPr>
          <a:xfrm>
            <a:off x="0" y="9532144"/>
            <a:ext cx="18288000" cy="754856"/>
            <a:chOff x="0" y="9532144"/>
            <a:chExt cx="18288000" cy="754856"/>
          </a:xfrm>
        </p:grpSpPr>
        <p:sp>
          <p:nvSpPr>
            <p:cNvPr id="71" name="曲线"/>
            <p:cNvSpPr>
              <a:spLocks/>
            </p:cNvSpPr>
            <p:nvPr/>
          </p:nvSpPr>
          <p:spPr>
            <a:xfrm rot="0">
              <a:off x="0" y="9532144"/>
              <a:ext cx="18288000" cy="754856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70C0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75" name="Combination"/>
          <p:cNvGrpSpPr>
            <a:grpSpLocks/>
          </p:cNvGrpSpPr>
          <p:nvPr/>
        </p:nvGrpSpPr>
        <p:grpSpPr>
          <a:xfrm>
            <a:off x="914400" y="-92869"/>
            <a:ext cx="16459200" cy="1735931"/>
            <a:chOff x="914400" y="-92869"/>
            <a:chExt cx="16459200" cy="1735931"/>
          </a:xfrm>
        </p:grpSpPr>
        <p:sp>
          <p:nvSpPr>
            <p:cNvPr id="73" name="曲线"/>
            <p:cNvSpPr>
              <a:spLocks/>
            </p:cNvSpPr>
            <p:nvPr/>
          </p:nvSpPr>
          <p:spPr>
            <a:xfrm rot="0">
              <a:off x="914400" y="-71438"/>
              <a:ext cx="16459200" cy="17145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blipFill rotWithShape="1">
              <a:blip r:embed="rId1">
                <a:alphaModFix amt="0"/>
              </a:blip>
              <a:stretch>
                <a:fillRect t="-137056" b="-137056"/>
              </a:stretch>
            </a:blipFill>
            <a:ln cmpd="sng" cap="flat">
              <a:noFill/>
              <a:prstDash val="solid"/>
              <a:miter/>
            </a:ln>
          </p:spPr>
        </p:sp>
        <p:sp>
          <p:nvSpPr>
            <p:cNvPr id="74" name="Rectangle"/>
            <p:cNvSpPr>
              <a:spLocks/>
            </p:cNvSpPr>
            <p:nvPr/>
          </p:nvSpPr>
          <p:spPr>
            <a:xfrm rot="0">
              <a:off x="914400" y="-92869"/>
              <a:ext cx="16459200" cy="1735931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0" tIns="0" rIns="0" bIns="0" anchor="ctr" anchorCtr="0">
              <a:prstTxWarp prst="textNoShape"/>
            </a:bodyPr>
            <a:lstStyle/>
            <a:p>
              <a:pPr marL="0" indent="0" algn="ctr">
                <a:lnSpc>
                  <a:spcPts val="64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5400" b="1" i="0" u="none" strike="noStrike" kern="0" cap="none" spc="0" baseline="0">
                  <a:solidFill>
                    <a:srgbClr val="000000"/>
                  </a:solidFill>
                  <a:latin typeface="Times New Roman Bold" pitchFamily="0" charset="0"/>
                  <a:ea typeface="Times New Roman Bold" pitchFamily="0" charset="0"/>
                  <a:cs typeface="Times New Roman Bold" pitchFamily="0" charset="0"/>
                </a:rPr>
                <a:t>FEASIBILITY AND VIABILITY</a:t>
              </a:r>
              <a:endParaRPr lang="zh-CN" altLang="en-US" sz="1800" b="0" i="0" u="none" strike="noStrike" kern="0" cap="none" spc="0" baseline="0">
                <a:solidFill>
                  <a:schemeClr val="tx1"/>
                </a:solidFill>
                <a:latin typeface="Calibri" pitchFamily="0" charset="0"/>
                <a:ea typeface="Arial" pitchFamily="0" charset="0"/>
                <a:cs typeface="Calibri" pitchFamily="0" charset="0"/>
              </a:endParaRPr>
            </a:p>
          </p:txBody>
        </p:sp>
      </p:grpSp>
      <p:sp>
        <p:nvSpPr>
          <p:cNvPr id="76" name="Rectangle"/>
          <p:cNvSpPr>
            <a:spLocks/>
          </p:cNvSpPr>
          <p:nvPr/>
        </p:nvSpPr>
        <p:spPr>
          <a:xfrm rot="0">
            <a:off x="6568439" y="3314700"/>
            <a:ext cx="11476491" cy="54787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b="1" sz="1800"/>
              <a:t>MCQ Generation: </a:t>
            </a:r>
            <a:r>
              <a:rPr sz="1800"/>
              <a:t>Can be built using Google Gemini LLM and document parsing technology.</a:t>
            </a:r>
            <a:endParaRPr lang="en-US" altLang="zh-CN" sz="18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b="1" sz="1800"/>
              <a:t>Competency Scoring: </a:t>
            </a:r>
            <a:r>
              <a:rPr sz="1800"/>
              <a:t>Developed with pure algorithmic logic ensuring 100% mathematical consistency.</a:t>
            </a:r>
            <a:endParaRPr lang="en-US" altLang="zh-CN" sz="18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b="1" sz="1800"/>
              <a:t>Recommendations: </a:t>
            </a:r>
            <a:r>
              <a:rPr sz="1800"/>
              <a:t>Suggests relevant iGOT micro-courses mapped directly to competency gaps.</a:t>
            </a:r>
            <a:endParaRPr lang="en-US" altLang="zh-CN" sz="18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0" cap="none" spc="0" baseline="0">
                <a:solidFill>
                  <a:schemeClr val="tx1"/>
                </a:solidFill>
                <a:latin typeface="Times New Roman" pitchFamily="0" charset="0"/>
                <a:ea typeface="Arial" pitchFamily="0" charset="0"/>
                <a:cs typeface="Times New Roman" pitchFamily="0" charset="0"/>
              </a:rPr>
              <a:t> </a:t>
            </a:r>
            <a:endParaRPr lang="en-US" altLang="zh-CN" sz="18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800"/>
              <a:t>Challenges:</a:t>
            </a:r>
            <a:endParaRPr lang="en-US" altLang="zh-CN" sz="2400" b="0" i="0" u="none" strike="noStrike" kern="0" cap="none" spc="0" baseline="0">
              <a:solidFill>
                <a:schemeClr val="tx1"/>
              </a:solidFill>
              <a:latin typeface="Times New Roman" pitchFamily="0" charset="0"/>
              <a:ea typeface="Arial" pitchFamily="0" charset="0"/>
              <a:cs typeface="Times New Roman" pitchFamily="0" charset="0"/>
            </a:endParaRPr>
          </a:p>
          <a:p>
            <a:pPr lvl="1" marL="8001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sz="1700"/>
              <a:t>• No direct access to iGOT production APIs.</a:t>
            </a:r>
            <a:endParaRPr lang="en-US" altLang="zh-CN" sz="18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  <a:p>
            <a:pPr lvl="1" marL="8001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sz="1700"/>
              <a:t>• Candidate and officer data privacy and security concerns.</a:t>
            </a:r>
            <a:endParaRPr lang="en-US" altLang="zh-CN" sz="18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  <a:p>
            <a:pPr lvl="1" marL="8001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sz="1700"/>
              <a:t>• Need for an accurate, standardized competency framework.</a:t>
            </a:r>
            <a:endParaRPr lang="en-US" altLang="zh-CN" sz="18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  <a:p>
            <a:pPr lvl="1"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0" i="0" u="none" strike="noStrike" kern="0" cap="none" spc="0" baseline="0">
              <a:solidFill>
                <a:schemeClr val="tx1"/>
              </a:solidFill>
              <a:latin typeface="Times New Roman" pitchFamily="0" charset="0"/>
              <a:ea typeface="Arial" pitchFamily="0" charset="0"/>
              <a:cs typeface="Times New Roman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800"/>
              <a:t>Solution:</a:t>
            </a:r>
            <a:endParaRPr lang="en-US" altLang="zh-CN" sz="2400" b="0" i="0" u="none" strike="noStrike" kern="0" cap="none" spc="0" baseline="0">
              <a:solidFill>
                <a:schemeClr val="tx1"/>
              </a:solidFill>
              <a:latin typeface="Times New Roman" pitchFamily="0" charset="0"/>
              <a:ea typeface="Arial" pitchFamily="0" charset="0"/>
              <a:cs typeface="Times New Roman" pitchFamily="0" charset="0"/>
            </a:endParaRPr>
          </a:p>
          <a:p>
            <a:pPr lvl="1" marL="8001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sz="1700"/>
              <a:t>• Start with standardized mock/sandbox iGOT schemas; transition to live gateway via institutional MoU.</a:t>
            </a:r>
            <a:endParaRPr lang="en-US" altLang="zh-CN" sz="18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  <a:p>
            <a:pPr lvl="1" marL="8001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sz="1700"/>
              <a:t>• Get official API access gradually through institutional partnership.</a:t>
            </a:r>
            <a:endParaRPr lang="en-US" altLang="zh-CN" sz="18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  <a:p>
            <a:pPr lvl="1" marL="8001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sz="1700"/>
              <a:t>• Implement strict DPDP Act 2023 anonymization, server-side auth, and government cloud standards.</a:t>
            </a:r>
            <a:endParaRPr lang="en-US" altLang="zh-CN" sz="18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  <a:p>
            <a:pPr lvl="1" marL="8001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sz="1700"/>
              <a:t>• Co-develop the competency framework with NSSTA / MoSPI experts, scaling to RPL frameworks.</a:t>
            </a:r>
            <a:endParaRPr lang="en-US" altLang="zh-CN" sz="18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  <a:p>
            <a:pPr lvl="1" marL="244221" indent="0" algn="just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400" b="0" i="0" u="none" strike="noStrike" kern="0" cap="none" spc="0" baseline="0">
              <a:solidFill>
                <a:srgbClr val="000000"/>
              </a:solidFill>
              <a:latin typeface="Times New Roman" pitchFamily="0" charset="0"/>
              <a:ea typeface="Arial" pitchFamily="0" charset="0"/>
              <a:cs typeface="Times New Roman" pitchFamily="0" charset="0"/>
            </a:endParaRPr>
          </a:p>
        </p:txBody>
      </p:sp>
      <p:grpSp>
        <p:nvGrpSpPr>
          <p:cNvPr id="79" name="Combination"/>
          <p:cNvGrpSpPr>
            <a:grpSpLocks/>
          </p:cNvGrpSpPr>
          <p:nvPr/>
        </p:nvGrpSpPr>
        <p:grpSpPr>
          <a:xfrm>
            <a:off x="13106400" y="9520238"/>
            <a:ext cx="4267200" cy="561975"/>
            <a:chOff x="13106400" y="9520238"/>
            <a:chExt cx="4267200" cy="561975"/>
          </a:xfrm>
        </p:grpSpPr>
        <p:sp>
          <p:nvSpPr>
            <p:cNvPr id="77" name="曲线"/>
            <p:cNvSpPr>
              <a:spLocks/>
            </p:cNvSpPr>
            <p:nvPr/>
          </p:nvSpPr>
          <p:spPr>
            <a:xfrm rot="0">
              <a:off x="13106400" y="9534525"/>
              <a:ext cx="4267200" cy="547688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101813" b="-101812"/>
              </a:stretch>
            </a:blipFill>
            <a:ln cmpd="sng" cap="flat">
              <a:noFill/>
              <a:prstDash val="solid"/>
              <a:miter/>
            </a:ln>
          </p:spPr>
        </p:sp>
        <p:sp>
          <p:nvSpPr>
            <p:cNvPr id="78" name="Rectangle"/>
            <p:cNvSpPr>
              <a:spLocks/>
            </p:cNvSpPr>
            <p:nvPr/>
          </p:nvSpPr>
          <p:spPr>
            <a:xfrm rot="0">
              <a:off x="13106400" y="9520238"/>
              <a:ext cx="4267200" cy="561975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0" tIns="0" rIns="0" bIns="0" anchor="ctr" anchorCtr="0">
              <a:prstTxWarp prst="textNoShape"/>
            </a:bodyPr>
            <a:lstStyle/>
            <a:p>
              <a:pPr marL="0" indent="0" algn="r">
                <a:lnSpc>
                  <a:spcPts val="21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800" b="1" i="0" u="none" strike="noStrike" kern="0" cap="none" spc="0" baseline="0">
                  <a:solidFill>
                    <a:srgbClr val="FFFFFF"/>
                  </a:solidFill>
                  <a:latin typeface="Arimo Bold" pitchFamily="0" charset="0"/>
                  <a:ea typeface="Arimo Bold" pitchFamily="0" charset="0"/>
                  <a:cs typeface="Arimo Bold" pitchFamily="0" charset="0"/>
                </a:rPr>
                <a:t>4</a:t>
              </a:r>
              <a:endParaRPr lang="zh-CN" altLang="en-US" sz="1800" b="0" i="0" u="none" strike="noStrike" kern="0" cap="none" spc="0" baseline="0">
                <a:solidFill>
                  <a:schemeClr val="tx1"/>
                </a:solidFill>
                <a:latin typeface="Calibri" pitchFamily="0" charset="0"/>
                <a:ea typeface="Arial" pitchFamily="0" charset="0"/>
                <a:cs typeface="Calibri" pitchFamily="0" charset="0"/>
              </a:endParaRPr>
            </a:p>
          </p:txBody>
        </p:sp>
      </p:grpSp>
      <p:grpSp>
        <p:nvGrpSpPr>
          <p:cNvPr id="81" name="Combination"/>
          <p:cNvGrpSpPr>
            <a:grpSpLocks/>
          </p:cNvGrpSpPr>
          <p:nvPr/>
        </p:nvGrpSpPr>
        <p:grpSpPr>
          <a:xfrm>
            <a:off x="14670129" y="2248"/>
            <a:ext cx="3374803" cy="1593532"/>
            <a:chOff x="14670129" y="2248"/>
            <a:chExt cx="3374803" cy="1593532"/>
          </a:xfrm>
        </p:grpSpPr>
        <p:sp>
          <p:nvSpPr>
            <p:cNvPr id="80" name="曲线"/>
            <p:cNvSpPr>
              <a:spLocks/>
            </p:cNvSpPr>
            <p:nvPr/>
          </p:nvSpPr>
          <p:spPr>
            <a:xfrm rot="0">
              <a:off x="14670129" y="2248"/>
              <a:ext cx="3374803" cy="159353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/>
              <a:stretch>
                <a:fillRect b="1"/>
              </a:stretch>
            </a:blipFill>
            <a:ln cmpd="sng" cap="flat">
              <a:noFill/>
              <a:prstDash val="solid"/>
              <a:miter/>
            </a:ln>
          </p:spPr>
        </p:sp>
      </p:grpSp>
      <p:sp>
        <p:nvSpPr>
          <p:cNvPr id="82" name="Rectangle"/>
          <p:cNvSpPr>
            <a:spLocks/>
          </p:cNvSpPr>
          <p:nvPr/>
        </p:nvSpPr>
        <p:spPr>
          <a:xfrm rot="0">
            <a:off x="685800" y="2306158"/>
            <a:ext cx="5086988" cy="6705600"/>
          </a:xfrm>
          <a:prstGeom prst="rect"/>
          <a:blipFill rotWithShape="1">
            <a:blip r:embed="rId4"/>
            <a:stretch/>
          </a:blipFill>
          <a:ln w="25400" cmpd="sng" cap="flat">
            <a:noFill/>
            <a:prstDash val="solid"/>
            <a:round/>
          </a:ln>
        </p:spPr>
      </p:sp>
      <p:grpSp>
        <p:nvGrpSpPr>
          <p:cNvPr id="85" name="Combination"/>
          <p:cNvGrpSpPr>
            <a:grpSpLocks/>
          </p:cNvGrpSpPr>
          <p:nvPr/>
        </p:nvGrpSpPr>
        <p:grpSpPr>
          <a:xfrm>
            <a:off x="806859" y="387745"/>
            <a:ext cx="1896456" cy="1278868"/>
            <a:chOff x="806859" y="387745"/>
            <a:chExt cx="1896456" cy="1278868"/>
          </a:xfrm>
        </p:grpSpPr>
        <p:sp>
          <p:nvSpPr>
            <p:cNvPr id="83" name="曲线" descr="Your startup LOGO"/>
            <p:cNvSpPr>
              <a:spLocks/>
            </p:cNvSpPr>
            <p:nvPr/>
          </p:nvSpPr>
          <p:spPr>
            <a:xfrm rot="0">
              <a:off x="806859" y="430173"/>
              <a:ext cx="1896427" cy="123644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4835" y="21600"/>
                    <a:pt x="0" y="16764"/>
                    <a:pt x="0" y="10800"/>
                  </a:cubicBezTo>
                  <a:close/>
                </a:path>
              </a:pathLst>
            </a:custGeom>
            <a:solidFill>
              <a:srgbClr val="FFFFFF"/>
            </a:solidFill>
            <a:ln w="38100" cmpd="sng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84" name="Rectangle"/>
            <p:cNvSpPr>
              <a:spLocks/>
            </p:cNvSpPr>
            <p:nvPr/>
          </p:nvSpPr>
          <p:spPr>
            <a:xfrm rot="0">
              <a:off x="806859" y="387745"/>
              <a:ext cx="1896456" cy="1278858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50800" tIns="50800" rIns="50800" bIns="50800" anchor="ctr" anchorCtr="0">
              <a:prstTxWarp prst="textNoShape"/>
            </a:bodyPr>
            <a:lstStyle/>
            <a:p>
              <a:pPr marL="0" indent="0" algn="ctr">
                <a:lnSpc>
                  <a:spcPts val="32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2700" b="0" i="0" u="none" strike="noStrike" kern="0" cap="none" spc="0" baseline="0">
                  <a:solidFill>
                    <a:srgbClr val="000000"/>
                  </a:solidFill>
                  <a:latin typeface="Cascadia Code" pitchFamily="0" charset="0"/>
                  <a:ea typeface="Calibri (MS)" pitchFamily="0" charset="0"/>
                  <a:cs typeface="Cascadia Code" pitchFamily="0" charset="0"/>
                </a:rPr>
                <a:t>AIZENIX</a:t>
              </a:r>
              <a:r>
                <a:rPr lang="en-US" altLang="zh-CN" sz="2700" b="0" i="0" u="none" strike="noStrike" kern="0" cap="none" spc="0" baseline="0">
                  <a:solidFill>
                    <a:srgbClr val="000000"/>
                  </a:solidFill>
                  <a:latin typeface="Calibri (MS)" pitchFamily="0" charset="0"/>
                  <a:ea typeface="Calibri (MS)" pitchFamily="0" charset="0"/>
                  <a:cs typeface="Calibri (MS)" pitchFamily="0" charset="0"/>
                </a:rPr>
                <a:t> </a:t>
              </a:r>
              <a:endParaRPr lang="zh-CN" altLang="en-US" sz="1800" b="0" i="0" u="none" strike="noStrike" kern="0" cap="none" spc="0" baseline="0">
                <a:solidFill>
                  <a:schemeClr val="tx1"/>
                </a:solidFill>
                <a:latin typeface="Calibri" pitchFamily="0" charset="0"/>
                <a:ea typeface="Arial" pitchFamily="0" charset="0"/>
                <a:cs typeface="Calibri" pitchFamily="0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5845642"/>
      </p:ext>
    </p:extLst>
  </p:cSld>
  <p:clrMapOvr>
    <a:masterClrMapping/>
  </p:clrMapOvr>
  <p:transition advClick="0"/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Combination"/>
          <p:cNvGrpSpPr>
            <a:grpSpLocks/>
          </p:cNvGrpSpPr>
          <p:nvPr/>
        </p:nvGrpSpPr>
        <p:grpSpPr>
          <a:xfrm>
            <a:off x="0" y="9532144"/>
            <a:ext cx="18288000" cy="754856"/>
            <a:chOff x="0" y="9532144"/>
            <a:chExt cx="18288000" cy="754856"/>
          </a:xfrm>
        </p:grpSpPr>
        <p:sp>
          <p:nvSpPr>
            <p:cNvPr id="92" name="曲线"/>
            <p:cNvSpPr>
              <a:spLocks/>
            </p:cNvSpPr>
            <p:nvPr/>
          </p:nvSpPr>
          <p:spPr>
            <a:xfrm rot="0">
              <a:off x="0" y="9532144"/>
              <a:ext cx="18288000" cy="754856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70C0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96" name="Combination"/>
          <p:cNvGrpSpPr>
            <a:grpSpLocks/>
          </p:cNvGrpSpPr>
          <p:nvPr/>
        </p:nvGrpSpPr>
        <p:grpSpPr>
          <a:xfrm>
            <a:off x="914400" y="-92869"/>
            <a:ext cx="16459200" cy="1735931"/>
            <a:chOff x="914400" y="-92869"/>
            <a:chExt cx="16459200" cy="1735931"/>
          </a:xfrm>
        </p:grpSpPr>
        <p:sp>
          <p:nvSpPr>
            <p:cNvPr id="94" name="曲线"/>
            <p:cNvSpPr>
              <a:spLocks/>
            </p:cNvSpPr>
            <p:nvPr/>
          </p:nvSpPr>
          <p:spPr>
            <a:xfrm rot="0">
              <a:off x="914400" y="-71438"/>
              <a:ext cx="16459200" cy="17145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blipFill rotWithShape="1">
              <a:blip r:embed="rId1">
                <a:alphaModFix amt="0"/>
              </a:blip>
              <a:stretch>
                <a:fillRect t="-137056" b="-137056"/>
              </a:stretch>
            </a:blipFill>
            <a:ln cmpd="sng" cap="flat">
              <a:noFill/>
              <a:prstDash val="solid"/>
              <a:miter/>
            </a:ln>
          </p:spPr>
        </p:sp>
        <p:sp>
          <p:nvSpPr>
            <p:cNvPr id="95" name="Rectangle"/>
            <p:cNvSpPr>
              <a:spLocks/>
            </p:cNvSpPr>
            <p:nvPr/>
          </p:nvSpPr>
          <p:spPr>
            <a:xfrm rot="0">
              <a:off x="914400" y="-92869"/>
              <a:ext cx="16459200" cy="1735931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0" tIns="0" rIns="0" bIns="0" anchor="ctr" anchorCtr="0">
              <a:prstTxWarp prst="textNoShape"/>
            </a:bodyPr>
            <a:lstStyle/>
            <a:p>
              <a:pPr marL="0" indent="0" algn="ctr">
                <a:lnSpc>
                  <a:spcPts val="64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5400" b="1" i="0" u="none" strike="noStrike" kern="0" cap="none" spc="0" baseline="0">
                  <a:solidFill>
                    <a:srgbClr val="000000"/>
                  </a:solidFill>
                  <a:latin typeface="Times New Roman Bold" pitchFamily="0" charset="0"/>
                  <a:ea typeface="Times New Roman Bold" pitchFamily="0" charset="0"/>
                  <a:cs typeface="Times New Roman Bold" pitchFamily="0" charset="0"/>
                </a:rPr>
                <a:t>IMPACT AND BENEFITS</a:t>
              </a:r>
              <a:endParaRPr lang="zh-CN" altLang="en-US" sz="1800" b="0" i="0" u="none" strike="noStrike" kern="0" cap="none" spc="0" baseline="0">
                <a:solidFill>
                  <a:schemeClr val="tx1"/>
                </a:solidFill>
                <a:latin typeface="Calibri" pitchFamily="0" charset="0"/>
                <a:ea typeface="Arial" pitchFamily="0" charset="0"/>
                <a:cs typeface="Calibri" pitchFamily="0" charset="0"/>
              </a:endParaRPr>
            </a:p>
          </p:txBody>
        </p:sp>
      </p:grpSp>
      <p:grpSp>
        <p:nvGrpSpPr>
          <p:cNvPr id="99" name="Combination"/>
          <p:cNvGrpSpPr>
            <a:grpSpLocks/>
          </p:cNvGrpSpPr>
          <p:nvPr/>
        </p:nvGrpSpPr>
        <p:grpSpPr>
          <a:xfrm>
            <a:off x="13106400" y="9520238"/>
            <a:ext cx="4267200" cy="561975"/>
            <a:chOff x="13106400" y="9520238"/>
            <a:chExt cx="4267200" cy="561975"/>
          </a:xfrm>
        </p:grpSpPr>
        <p:sp>
          <p:nvSpPr>
            <p:cNvPr id="97" name="曲线"/>
            <p:cNvSpPr>
              <a:spLocks/>
            </p:cNvSpPr>
            <p:nvPr/>
          </p:nvSpPr>
          <p:spPr>
            <a:xfrm rot="0">
              <a:off x="13106400" y="9534525"/>
              <a:ext cx="4267200" cy="547688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101813" b="-101812"/>
              </a:stretch>
            </a:blipFill>
            <a:ln cmpd="sng" cap="flat">
              <a:noFill/>
              <a:prstDash val="solid"/>
              <a:miter/>
            </a:ln>
          </p:spPr>
        </p:sp>
        <p:sp>
          <p:nvSpPr>
            <p:cNvPr id="98" name="Rectangle"/>
            <p:cNvSpPr>
              <a:spLocks/>
            </p:cNvSpPr>
            <p:nvPr/>
          </p:nvSpPr>
          <p:spPr>
            <a:xfrm rot="0">
              <a:off x="13106400" y="9520238"/>
              <a:ext cx="4267200" cy="561975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0" tIns="0" rIns="0" bIns="0" anchor="ctr" anchorCtr="0">
              <a:prstTxWarp prst="textNoShape"/>
            </a:bodyPr>
            <a:lstStyle/>
            <a:p>
              <a:pPr marL="0" indent="0" algn="r">
                <a:lnSpc>
                  <a:spcPts val="21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800" b="1" i="0" u="none" strike="noStrike" kern="0" cap="none" spc="0" baseline="0">
                  <a:solidFill>
                    <a:srgbClr val="FFFFFF"/>
                  </a:solidFill>
                  <a:latin typeface="Arimo Bold" pitchFamily="0" charset="0"/>
                  <a:ea typeface="Arimo Bold" pitchFamily="0" charset="0"/>
                  <a:cs typeface="Arimo Bold" pitchFamily="0" charset="0"/>
                </a:rPr>
                <a:t>5</a:t>
              </a:r>
              <a:endParaRPr lang="zh-CN" altLang="en-US" sz="1800" b="0" i="0" u="none" strike="noStrike" kern="0" cap="none" spc="0" baseline="0">
                <a:solidFill>
                  <a:schemeClr val="tx1"/>
                </a:solidFill>
                <a:latin typeface="Calibri" pitchFamily="0" charset="0"/>
                <a:ea typeface="Arial" pitchFamily="0" charset="0"/>
                <a:cs typeface="Calibri" pitchFamily="0" charset="0"/>
              </a:endParaRPr>
            </a:p>
          </p:txBody>
        </p:sp>
      </p:grpSp>
      <p:grpSp>
        <p:nvGrpSpPr>
          <p:cNvPr id="102" name="Combination"/>
          <p:cNvGrpSpPr>
            <a:grpSpLocks/>
          </p:cNvGrpSpPr>
          <p:nvPr/>
        </p:nvGrpSpPr>
        <p:grpSpPr>
          <a:xfrm>
            <a:off x="806859" y="387745"/>
            <a:ext cx="1896456" cy="1278868"/>
            <a:chOff x="806859" y="387745"/>
            <a:chExt cx="1896456" cy="1278868"/>
          </a:xfrm>
        </p:grpSpPr>
        <p:sp>
          <p:nvSpPr>
            <p:cNvPr id="100" name="曲线" descr="Your startup LOGO"/>
            <p:cNvSpPr>
              <a:spLocks/>
            </p:cNvSpPr>
            <p:nvPr/>
          </p:nvSpPr>
          <p:spPr>
            <a:xfrm rot="0">
              <a:off x="806859" y="430173"/>
              <a:ext cx="1896427" cy="123644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4835" y="21600"/>
                    <a:pt x="0" y="16764"/>
                    <a:pt x="0" y="10800"/>
                  </a:cubicBezTo>
                  <a:close/>
                </a:path>
              </a:pathLst>
            </a:custGeom>
            <a:solidFill>
              <a:srgbClr val="FFFFFF"/>
            </a:solidFill>
            <a:ln w="38100" cmpd="sng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01" name="Rectangle"/>
            <p:cNvSpPr>
              <a:spLocks/>
            </p:cNvSpPr>
            <p:nvPr/>
          </p:nvSpPr>
          <p:spPr>
            <a:xfrm rot="0">
              <a:off x="806859" y="387745"/>
              <a:ext cx="1896456" cy="1278858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50800" tIns="50800" rIns="50800" bIns="50800" anchor="ctr" anchorCtr="0">
              <a:prstTxWarp prst="textNoShape"/>
            </a:bodyPr>
            <a:lstStyle/>
            <a:p>
              <a:pPr marL="0" indent="0" algn="ctr">
                <a:lnSpc>
                  <a:spcPts val="32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2700" b="0" i="0" u="none" strike="noStrike" kern="0" cap="none" spc="0" baseline="0">
                  <a:solidFill>
                    <a:srgbClr val="000000"/>
                  </a:solidFill>
                  <a:latin typeface="Cascadia Code" pitchFamily="0" charset="0"/>
                  <a:ea typeface="Calibri (MS)" pitchFamily="0" charset="0"/>
                  <a:cs typeface="Cascadia Code" pitchFamily="0" charset="0"/>
                </a:rPr>
                <a:t>AIZENIX</a:t>
              </a:r>
              <a:r>
                <a:rPr lang="en-US" altLang="zh-CN" sz="2700" b="0" i="0" u="none" strike="noStrike" kern="0" cap="none" spc="0" baseline="0">
                  <a:solidFill>
                    <a:srgbClr val="000000"/>
                  </a:solidFill>
                  <a:latin typeface="Calibri (MS)" pitchFamily="0" charset="0"/>
                  <a:ea typeface="Calibri (MS)" pitchFamily="0" charset="0"/>
                  <a:cs typeface="Calibri (MS)" pitchFamily="0" charset="0"/>
                </a:rPr>
                <a:t> </a:t>
              </a:r>
              <a:endParaRPr lang="zh-CN" altLang="en-US" sz="1800" b="0" i="0" u="none" strike="noStrike" kern="0" cap="none" spc="0" baseline="0">
                <a:solidFill>
                  <a:schemeClr val="tx1"/>
                </a:solidFill>
                <a:latin typeface="Calibri" pitchFamily="0" charset="0"/>
                <a:ea typeface="Arial" pitchFamily="0" charset="0"/>
                <a:cs typeface="Calibri" pitchFamily="0" charset="0"/>
              </a:endParaRPr>
            </a:p>
          </p:txBody>
        </p:sp>
      </p:grpSp>
      <p:grpSp>
        <p:nvGrpSpPr>
          <p:cNvPr id="104" name="Combination"/>
          <p:cNvGrpSpPr>
            <a:grpSpLocks/>
          </p:cNvGrpSpPr>
          <p:nvPr/>
        </p:nvGrpSpPr>
        <p:grpSpPr>
          <a:xfrm>
            <a:off x="14670129" y="2248"/>
            <a:ext cx="3374803" cy="1593532"/>
            <a:chOff x="14670129" y="2248"/>
            <a:chExt cx="3374803" cy="1593532"/>
          </a:xfrm>
        </p:grpSpPr>
        <p:sp>
          <p:nvSpPr>
            <p:cNvPr id="103" name="曲线"/>
            <p:cNvSpPr>
              <a:spLocks/>
            </p:cNvSpPr>
            <p:nvPr/>
          </p:nvSpPr>
          <p:spPr>
            <a:xfrm rot="0">
              <a:off x="14670129" y="2248"/>
              <a:ext cx="3374803" cy="159353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/>
              <a:stretch>
                <a:fillRect b="1"/>
              </a:stretch>
            </a:blipFill>
            <a:ln cmpd="sng" cap="flat">
              <a:noFill/>
              <a:prstDash val="solid"/>
              <a:miter/>
            </a:ln>
          </p:spPr>
        </p:sp>
      </p:grpSp>
      <p:pic>
        <p:nvPicPr>
          <p:cNvPr id="105" name="Image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914400" y="4037563"/>
            <a:ext cx="952500" cy="952500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106" name="Image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0">
            <a:off x="947576" y="2682593"/>
            <a:ext cx="952500" cy="952500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107" name="Image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rot="0">
            <a:off x="914400" y="5471257"/>
            <a:ext cx="952500" cy="952500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108" name="Image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0">
            <a:off x="947576" y="6905960"/>
            <a:ext cx="952500" cy="952500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109" name="Image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0">
            <a:off x="819150" y="8167689"/>
            <a:ext cx="1143000" cy="95250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10" name="Rectangle"/>
          <p:cNvSpPr>
            <a:spLocks/>
          </p:cNvSpPr>
          <p:nvPr/>
        </p:nvSpPr>
        <p:spPr>
          <a:xfrm rot="0">
            <a:off x="2372040" y="2682593"/>
            <a:ext cx="4409760" cy="11772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b="1" sz="2000"/>
              <a:t>Faster, targeted upskilling for </a:t>
            </a:r>
            <a:endParaRPr lang="en-US" altLang="zh-CN" sz="18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/>
              <a:t>candidates &amp; statistical officers in 15-min micro-learning sprints</a:t>
            </a:r>
            <a:endParaRPr lang="zh-CN" altLang="en-US" sz="18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</p:txBody>
      </p:sp>
      <p:sp>
        <p:nvSpPr>
          <p:cNvPr id="111" name="Rectangle"/>
          <p:cNvSpPr>
            <a:spLocks/>
          </p:cNvSpPr>
          <p:nvPr/>
        </p:nvSpPr>
        <p:spPr>
          <a:xfrm rot="0">
            <a:off x="2347458" y="4098314"/>
            <a:ext cx="5348741" cy="15392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sz="1800"/>
              <a:t>Better utilization of existing iGOT content instead of hunting through an unsorted course catalogue.</a:t>
            </a:r>
            <a:endParaRPr lang="zh-CN" altLang="en-US" sz="18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</p:txBody>
      </p:sp>
      <p:sp>
        <p:nvSpPr>
          <p:cNvPr id="112" name="Rectangle"/>
          <p:cNvSpPr>
            <a:spLocks/>
          </p:cNvSpPr>
          <p:nvPr/>
        </p:nvSpPr>
        <p:spPr>
          <a:xfrm rot="0">
            <a:off x="2372040" y="5532007"/>
            <a:ext cx="5348741" cy="8153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sz="1800"/>
              <a:t>Cuts manual course-curation and quiz-writing load on trainers by 80% via automated document ingestion.</a:t>
            </a:r>
            <a:endParaRPr lang="zh-CN" altLang="en-US" sz="18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</p:txBody>
      </p:sp>
      <p:sp>
        <p:nvSpPr>
          <p:cNvPr id="113" name="Rectangle"/>
          <p:cNvSpPr>
            <a:spLocks/>
          </p:cNvSpPr>
          <p:nvPr/>
        </p:nvSpPr>
        <p:spPr>
          <a:xfrm rot="0">
            <a:off x="2372040" y="6966710"/>
            <a:ext cx="5348741" cy="8153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sz="1800"/>
              <a:t>Gives measurable training-effectiveness data and real-time national competency heatmaps.</a:t>
            </a:r>
            <a:endParaRPr lang="zh-CN" altLang="en-US" sz="18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</p:txBody>
      </p:sp>
      <p:sp>
        <p:nvSpPr>
          <p:cNvPr id="114" name="Rectangle"/>
          <p:cNvSpPr>
            <a:spLocks/>
          </p:cNvSpPr>
          <p:nvPr/>
        </p:nvSpPr>
        <p:spPr>
          <a:xfrm rot="0">
            <a:off x="2315503" y="8228439"/>
            <a:ext cx="5990297" cy="8153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sz="1800"/>
              <a:t>Competency model is extensible to other government cadres and nationwide RPL certification.</a:t>
            </a:r>
            <a:endParaRPr lang="zh-CN" altLang="en-US" sz="18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</p:txBody>
      </p:sp>
      <p:sp>
        <p:nvSpPr>
          <p:cNvPr id="115" name="Rectangle"/>
          <p:cNvSpPr>
            <a:spLocks/>
          </p:cNvSpPr>
          <p:nvPr/>
        </p:nvSpPr>
        <p:spPr>
          <a:xfrm rot="0">
            <a:off x="8763000" y="2857500"/>
            <a:ext cx="9144000" cy="5638800"/>
          </a:xfrm>
          <a:prstGeom prst="rect"/>
          <a:blipFill rotWithShape="1">
            <a:blip r:embed="rId9"/>
            <a:stretch/>
          </a:blipFill>
          <a:ln w="25400" cmpd="sng" cap="flat">
            <a:noFill/>
            <a:prstDash val="solid"/>
            <a:round/>
          </a:ln>
        </p:spPr>
      </p:sp>
    </p:spTree>
    <p:extLst>
      <p:ext uri="{BB962C8B-B14F-4D97-AF65-F5344CB8AC3E}">
        <p14:creationId xmlns:p14="http://schemas.microsoft.com/office/powerpoint/2010/main" val="1488203087"/>
      </p:ext>
    </p:extLst>
  </p:cSld>
  <p:clrMapOvr>
    <a:masterClrMapping/>
  </p:clrMapOvr>
  <p:transition advClick="0"/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Combination"/>
          <p:cNvGrpSpPr>
            <a:grpSpLocks/>
          </p:cNvGrpSpPr>
          <p:nvPr/>
        </p:nvGrpSpPr>
        <p:grpSpPr>
          <a:xfrm>
            <a:off x="0" y="9532144"/>
            <a:ext cx="18288000" cy="754856"/>
            <a:chOff x="0" y="9532144"/>
            <a:chExt cx="18288000" cy="754856"/>
          </a:xfrm>
        </p:grpSpPr>
        <p:sp>
          <p:nvSpPr>
            <p:cNvPr id="122" name="曲线"/>
            <p:cNvSpPr>
              <a:spLocks/>
            </p:cNvSpPr>
            <p:nvPr/>
          </p:nvSpPr>
          <p:spPr>
            <a:xfrm rot="0">
              <a:off x="0" y="9532144"/>
              <a:ext cx="18288000" cy="754856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70C0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126" name="Combination"/>
          <p:cNvGrpSpPr>
            <a:grpSpLocks/>
          </p:cNvGrpSpPr>
          <p:nvPr/>
        </p:nvGrpSpPr>
        <p:grpSpPr>
          <a:xfrm>
            <a:off x="914400" y="-92869"/>
            <a:ext cx="16459200" cy="1735931"/>
            <a:chOff x="914400" y="-92869"/>
            <a:chExt cx="16459200" cy="1735931"/>
          </a:xfrm>
        </p:grpSpPr>
        <p:sp>
          <p:nvSpPr>
            <p:cNvPr id="124" name="曲线"/>
            <p:cNvSpPr>
              <a:spLocks/>
            </p:cNvSpPr>
            <p:nvPr/>
          </p:nvSpPr>
          <p:spPr>
            <a:xfrm rot="0">
              <a:off x="914400" y="-71438"/>
              <a:ext cx="16459200" cy="17145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blipFill rotWithShape="1">
              <a:blip r:embed="rId1">
                <a:alphaModFix amt="0"/>
              </a:blip>
              <a:stretch>
                <a:fillRect t="-137056" b="-137056"/>
              </a:stretch>
            </a:blipFill>
            <a:ln cmpd="sng" cap="flat">
              <a:noFill/>
              <a:prstDash val="solid"/>
              <a:miter/>
            </a:ln>
          </p:spPr>
        </p:sp>
        <p:sp>
          <p:nvSpPr>
            <p:cNvPr id="125" name="Rectangle"/>
            <p:cNvSpPr>
              <a:spLocks/>
            </p:cNvSpPr>
            <p:nvPr/>
          </p:nvSpPr>
          <p:spPr>
            <a:xfrm rot="0">
              <a:off x="914400" y="-92869"/>
              <a:ext cx="16459200" cy="1735931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0" tIns="0" rIns="0" bIns="0" anchor="ctr" anchorCtr="0">
              <a:prstTxWarp prst="textNoShape"/>
            </a:bodyPr>
            <a:lstStyle/>
            <a:p>
              <a:pPr marL="0" indent="0" algn="ctr">
                <a:lnSpc>
                  <a:spcPts val="64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5400" b="1" i="0" u="none" strike="noStrike" kern="0" cap="none" spc="0" baseline="0">
                  <a:solidFill>
                    <a:srgbClr val="000000"/>
                  </a:solidFill>
                  <a:latin typeface="Times New Roman Bold" pitchFamily="0" charset="0"/>
                  <a:ea typeface="Times New Roman Bold" pitchFamily="0" charset="0"/>
                  <a:cs typeface="Times New Roman Bold" pitchFamily="0" charset="0"/>
                </a:rPr>
                <a:t>RESEARCH  AND REFERENCES</a:t>
              </a:r>
              <a:endParaRPr lang="zh-CN" altLang="en-US" sz="1800" b="0" i="0" u="none" strike="noStrike" kern="0" cap="none" spc="0" baseline="0">
                <a:solidFill>
                  <a:schemeClr val="tx1"/>
                </a:solidFill>
                <a:latin typeface="Calibri" pitchFamily="0" charset="0"/>
                <a:ea typeface="Arial" pitchFamily="0" charset="0"/>
                <a:cs typeface="Calibri" pitchFamily="0" charset="0"/>
              </a:endParaRPr>
            </a:p>
          </p:txBody>
        </p:sp>
      </p:grpSp>
      <p:sp>
        <p:nvSpPr>
          <p:cNvPr id="127" name="Rectangle"/>
          <p:cNvSpPr>
            <a:spLocks/>
          </p:cNvSpPr>
          <p:nvPr/>
        </p:nvSpPr>
        <p:spPr>
          <a:xfrm rot="0">
            <a:off x="1443257" y="3718732"/>
            <a:ext cx="13014960" cy="294467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lvl="1" marL="759968" indent="-379984" algn="just"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sz="2000"/>
              <a:t>iGOT Karmayogi / Mission Karmayogi FRAC framework — igotkarmayogi.gov.in</a:t>
            </a:r>
            <a:endParaRPr lang="en-US" altLang="zh-CN" sz="18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  <a:p>
            <a:pPr lvl="1" marL="759968" indent="-379984" algn="just"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sz="2000"/>
              <a:t>NSSTA / TPAC training resources — nssta.gov.in</a:t>
            </a:r>
            <a:endParaRPr lang="en-US" altLang="zh-CN" sz="18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  <a:p>
            <a:pPr lvl="1" marL="759968" indent="-379984" algn="just"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sz="2000"/>
              <a:t>MoSPI official statistics resources — mospi.gov.in  |  DPDP Act 2023 Microdata Standards</a:t>
            </a:r>
            <a:endParaRPr lang="en-US" altLang="zh-CN" sz="2400" b="0" i="0" u="sng" strike="noStrike" kern="0" cap="none" spc="0" baseline="0">
              <a:solidFill>
                <a:srgbClr val="000000"/>
              </a:solidFill>
              <a:latin typeface="Calibri" pitchFamily="0" charset="0"/>
              <a:ea typeface="Arial" pitchFamily="0" charset="0"/>
              <a:cs typeface="Times New Roman" pitchFamily="0" charset="0"/>
            </a:endParaRPr>
          </a:p>
          <a:p>
            <a:pPr lvl="1" marL="759968" indent="-379984" algn="just"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b="1" sz="1900"/>
              <a:t>Live Prototype: </a:t>
            </a:r>
            <a:r>
              <a:rPr sz="1900">
                <a:solidFill>
                  <a:srgbClr val="0284C7"/>
                </a:solidFill>
              </a:rPr>
              <a:t>https://statskill-ai-five.vercel.app</a:t>
            </a:r>
            <a:endParaRPr lang="en-US" altLang="zh-CN" sz="18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  <a:p>
            <a:pPr lvl="1" marL="759968" indent="-379984" algn="just"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b="1" sz="1900"/>
              <a:t>GitHub Repository: </a:t>
            </a:r>
            <a:r>
              <a:rPr sz="1900">
                <a:solidFill>
                  <a:srgbClr val="0F766E"/>
                </a:solidFill>
              </a:rPr>
              <a:t>https://github.com/iamwarriorofmyuniverse-coder/statskill-ai</a:t>
            </a:r>
            <a:endParaRPr lang="zh-CN" altLang="en-US" sz="1800" b="0" i="0" u="none" strike="noStrike" kern="0" cap="none" spc="0" baseline="0">
              <a:solidFill>
                <a:schemeClr val="tx1"/>
              </a:solidFill>
              <a:latin typeface="Calibri" pitchFamily="0" charset="0"/>
              <a:ea typeface="Arial" pitchFamily="0" charset="0"/>
              <a:cs typeface="Calibri" pitchFamily="0" charset="0"/>
            </a:endParaRPr>
          </a:p>
        </p:txBody>
      </p:sp>
      <p:grpSp>
        <p:nvGrpSpPr>
          <p:cNvPr id="130" name="Combination"/>
          <p:cNvGrpSpPr>
            <a:grpSpLocks/>
          </p:cNvGrpSpPr>
          <p:nvPr/>
        </p:nvGrpSpPr>
        <p:grpSpPr>
          <a:xfrm>
            <a:off x="13106400" y="9520238"/>
            <a:ext cx="4267200" cy="561975"/>
            <a:chOff x="13106400" y="9520238"/>
            <a:chExt cx="4267200" cy="561975"/>
          </a:xfrm>
        </p:grpSpPr>
        <p:sp>
          <p:nvSpPr>
            <p:cNvPr id="128" name="曲线"/>
            <p:cNvSpPr>
              <a:spLocks/>
            </p:cNvSpPr>
            <p:nvPr/>
          </p:nvSpPr>
          <p:spPr>
            <a:xfrm rot="0">
              <a:off x="13106400" y="9534525"/>
              <a:ext cx="4267200" cy="547688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blipFill rotWithShape="1">
              <a:blip r:embed="rId5">
                <a:alphaModFix amt="0"/>
              </a:blip>
              <a:stretch>
                <a:fillRect t="-101813" b="-101812"/>
              </a:stretch>
            </a:blipFill>
            <a:ln cmpd="sng" cap="flat">
              <a:noFill/>
              <a:prstDash val="solid"/>
              <a:miter/>
            </a:ln>
          </p:spPr>
        </p:sp>
        <p:sp>
          <p:nvSpPr>
            <p:cNvPr id="129" name="Rectangle"/>
            <p:cNvSpPr>
              <a:spLocks/>
            </p:cNvSpPr>
            <p:nvPr/>
          </p:nvSpPr>
          <p:spPr>
            <a:xfrm rot="0">
              <a:off x="13106400" y="9520238"/>
              <a:ext cx="4267200" cy="561975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0" tIns="0" rIns="0" bIns="0" anchor="ctr" anchorCtr="0">
              <a:prstTxWarp prst="textNoShape"/>
            </a:bodyPr>
            <a:lstStyle/>
            <a:p>
              <a:pPr marL="0" indent="0" algn="r">
                <a:lnSpc>
                  <a:spcPts val="21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800" b="1" i="0" u="none" strike="noStrike" kern="0" cap="none" spc="0" baseline="0">
                  <a:solidFill>
                    <a:srgbClr val="FFFFFF"/>
                  </a:solidFill>
                  <a:latin typeface="Arimo Bold" pitchFamily="0" charset="0"/>
                  <a:ea typeface="Arimo Bold" pitchFamily="0" charset="0"/>
                  <a:cs typeface="Arimo Bold" pitchFamily="0" charset="0"/>
                </a:rPr>
                <a:t>6</a:t>
              </a:r>
              <a:endParaRPr lang="zh-CN" altLang="en-US" sz="1800" b="0" i="0" u="none" strike="noStrike" kern="0" cap="none" spc="0" baseline="0">
                <a:solidFill>
                  <a:schemeClr val="tx1"/>
                </a:solidFill>
                <a:latin typeface="Calibri" pitchFamily="0" charset="0"/>
                <a:ea typeface="Arial" pitchFamily="0" charset="0"/>
                <a:cs typeface="Calibri" pitchFamily="0" charset="0"/>
              </a:endParaRPr>
            </a:p>
          </p:txBody>
        </p:sp>
      </p:grpSp>
      <p:grpSp>
        <p:nvGrpSpPr>
          <p:cNvPr id="132" name="Combination"/>
          <p:cNvGrpSpPr>
            <a:grpSpLocks/>
          </p:cNvGrpSpPr>
          <p:nvPr/>
        </p:nvGrpSpPr>
        <p:grpSpPr>
          <a:xfrm>
            <a:off x="14670129" y="2248"/>
            <a:ext cx="3374803" cy="1593532"/>
            <a:chOff x="14670129" y="2248"/>
            <a:chExt cx="3374803" cy="1593532"/>
          </a:xfrm>
        </p:grpSpPr>
        <p:sp>
          <p:nvSpPr>
            <p:cNvPr id="131" name="曲线"/>
            <p:cNvSpPr>
              <a:spLocks/>
            </p:cNvSpPr>
            <p:nvPr/>
          </p:nvSpPr>
          <p:spPr>
            <a:xfrm rot="0">
              <a:off x="14670129" y="2248"/>
              <a:ext cx="3374803" cy="159353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/>
              <a:stretch>
                <a:fillRect b="1"/>
              </a:stretch>
            </a:blipFill>
            <a:ln cmpd="sng" cap="flat">
              <a:noFill/>
              <a:prstDash val="solid"/>
              <a:miter/>
            </a:ln>
          </p:spPr>
        </p:sp>
      </p:grpSp>
      <p:sp>
        <p:nvSpPr>
          <p:cNvPr id="133" name="Rectangle"/>
          <p:cNvSpPr>
            <a:spLocks/>
          </p:cNvSpPr>
          <p:nvPr/>
        </p:nvSpPr>
        <p:spPr>
          <a:xfrm rot="0">
            <a:off x="9144000" y="4635395"/>
            <a:ext cx="8534401" cy="4318105"/>
          </a:xfrm>
          <a:prstGeom prst="rect"/>
          <a:blipFill rotWithShape="1">
            <a:blip r:embed="rId7"/>
            <a:stretch/>
          </a:blipFill>
          <a:ln w="25400" cmpd="sng" cap="flat">
            <a:noFill/>
            <a:prstDash val="solid"/>
            <a:round/>
          </a:ln>
        </p:spPr>
      </p:sp>
      <p:grpSp>
        <p:nvGrpSpPr>
          <p:cNvPr id="136" name="Combination"/>
          <p:cNvGrpSpPr>
            <a:grpSpLocks/>
          </p:cNvGrpSpPr>
          <p:nvPr/>
        </p:nvGrpSpPr>
        <p:grpSpPr>
          <a:xfrm>
            <a:off x="806859" y="387745"/>
            <a:ext cx="1896456" cy="1278868"/>
            <a:chOff x="806859" y="387745"/>
            <a:chExt cx="1896456" cy="1278868"/>
          </a:xfrm>
        </p:grpSpPr>
        <p:sp>
          <p:nvSpPr>
            <p:cNvPr id="134" name="曲线" descr="Your startup LOGO"/>
            <p:cNvSpPr>
              <a:spLocks/>
            </p:cNvSpPr>
            <p:nvPr/>
          </p:nvSpPr>
          <p:spPr>
            <a:xfrm rot="0">
              <a:off x="806859" y="430173"/>
              <a:ext cx="1896427" cy="123644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4835" y="21600"/>
                    <a:pt x="0" y="16764"/>
                    <a:pt x="0" y="10800"/>
                  </a:cubicBezTo>
                  <a:close/>
                </a:path>
              </a:pathLst>
            </a:custGeom>
            <a:solidFill>
              <a:srgbClr val="FFFFFF"/>
            </a:solidFill>
            <a:ln w="38100" cmpd="sng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35" name="Rectangle"/>
            <p:cNvSpPr>
              <a:spLocks/>
            </p:cNvSpPr>
            <p:nvPr/>
          </p:nvSpPr>
          <p:spPr>
            <a:xfrm rot="0">
              <a:off x="806859" y="387745"/>
              <a:ext cx="1896456" cy="1278858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50800" tIns="50800" rIns="50800" bIns="50800" anchor="ctr" anchorCtr="0">
              <a:prstTxWarp prst="textNoShape"/>
            </a:bodyPr>
            <a:lstStyle/>
            <a:p>
              <a:pPr marL="0" indent="0" algn="ctr">
                <a:lnSpc>
                  <a:spcPts val="32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2700" b="0" i="0" u="none" strike="noStrike" kern="0" cap="none" spc="0" baseline="0">
                  <a:solidFill>
                    <a:srgbClr val="000000"/>
                  </a:solidFill>
                  <a:latin typeface="Cascadia Code" pitchFamily="0" charset="0"/>
                  <a:ea typeface="Calibri (MS)" pitchFamily="0" charset="0"/>
                  <a:cs typeface="Cascadia Code" pitchFamily="0" charset="0"/>
                </a:rPr>
                <a:t>AIZENIX</a:t>
              </a:r>
              <a:r>
                <a:rPr lang="en-US" altLang="zh-CN" sz="2700" b="0" i="0" u="none" strike="noStrike" kern="0" cap="none" spc="0" baseline="0">
                  <a:solidFill>
                    <a:srgbClr val="000000"/>
                  </a:solidFill>
                  <a:latin typeface="Calibri (MS)" pitchFamily="0" charset="0"/>
                  <a:ea typeface="Calibri (MS)" pitchFamily="0" charset="0"/>
                  <a:cs typeface="Calibri (MS)" pitchFamily="0" charset="0"/>
                </a:rPr>
                <a:t> </a:t>
              </a:r>
              <a:endParaRPr lang="zh-CN" altLang="en-US" sz="1800" b="0" i="0" u="none" strike="noStrike" kern="0" cap="none" spc="0" baseline="0">
                <a:solidFill>
                  <a:schemeClr val="tx1"/>
                </a:solidFill>
                <a:latin typeface="Calibri" pitchFamily="0" charset="0"/>
                <a:ea typeface="Arial" pitchFamily="0" charset="0"/>
                <a:cs typeface="Calibri" pitchFamily="0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8346243"/>
      </p:ext>
    </p:extLst>
  </p:cSld>
  <p:clrMapOvr>
    <a:masterClrMapping/>
  </p:clrMapOvr>
  <p:transition advClick="0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1</TotalTime>
  <Application>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DOC-20260907-WA0005.pptx</dc:title>
  <dc:creator>Jeeva Ragav</dc:creator>
  <cp:lastModifiedBy>Mobile phone user</cp:lastModifiedBy>
  <cp:revision>7</cp:revision>
  <dcterms:created xsi:type="dcterms:W3CDTF">2006-08-16T00:00:00Z</dcterms:created>
  <dcterms:modified xsi:type="dcterms:W3CDTF">2026-10-02T06:52:24Z</dcterms:modified>
</cp:coreProperties>
</file>