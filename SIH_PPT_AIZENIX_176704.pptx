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SMART INDIA HACKATHON 2026</a:t>
            </a:r>
          </a:p>
          <a:p>
            <a:pPr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StatSkill AI</a:t>
            </a:r>
          </a:p>
          <a:p>
            <a:pPr>
              <a:spcAft>
                <a:spcPts val="400"/>
              </a:spcAft>
              <a:defRPr sz="1700" b="1">
                <a:solidFill>
                  <a:srgbClr val="FED7AA"/>
                </a:solidFill>
              </a:defRPr>
            </a:pPr>
            <a:r>
              <a:t>AI-Assisted Skill Assessment &amp; Competency Calibration Platform</a:t>
            </a:r>
          </a:p>
          <a:p>
            <a:pPr>
              <a:spcAft>
                <a:spcPts val="1800"/>
              </a:spcAft>
              <a:defRPr sz="1300">
                <a:solidFill>
                  <a:srgbClr val="E0F2FE"/>
                </a:solidFill>
              </a:defRPr>
            </a:pPr>
            <a:r>
              <a:t>Adaptive Competency Diagnostic &amp; Automated Capacity Building Platform for Public Sector and RPL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749039"/>
            <a:ext cx="10362895" cy="2194560"/>
          </a:xfrm>
          <a:prstGeom prst="roundRect">
            <a:avLst/>
          </a:prstGeom>
          <a:solidFill>
            <a:srgbClr val="13407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• Theme: Smart Education   |   • Category: Software   |   • Target Ecosystem: Mission Karmayogi (iGOT) &amp; RPL</a:t>
            </a:r>
          </a:p>
          <a:p>
            <a:pPr>
              <a:spcAft>
                <a:spcPts val="600"/>
              </a:spcAft>
              <a:defRPr sz="1300" b="1">
                <a:solidFill>
                  <a:srgbClr val="FED7AA"/>
                </a:solidFill>
              </a:defRPr>
            </a:pPr>
            <a:r>
              <a:t>• Team Name: AIZENIX       |   • Team ID: 176704      |   • Idea / PS ID: 21121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• Live Prototype: https://statskill-ai-five.vercel.app   |   • GitHub: https://github.com/iamwarriorofmyuniverse-coder/statskill-ai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SMART INDIA HACKATHON 2026 • AIZENIX (TEAM ID: 176704) • IDEA ID: 21121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Proposed Solution: Competency Layer for iGOT Karmayogi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2 | AIZENIX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400"/>
              </a:spcAft>
              <a:defRPr sz="1300" b="1">
                <a:solidFill>
                  <a:srgbClr val="0B2545"/>
                </a:solidFill>
              </a:defRPr>
            </a:pPr>
            <a:r>
              <a:t>1. Role-Calibrated Capability Profiling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Profiles each officer (role, seniority, past training history) and scores competencies across 4 domains (Statistical Methods, Technical Analytics, Governance/DPDP 2023, and Behavioural Skills) to isolate exact skill gaps with zero-hallucination deterministic JavaScript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728655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400"/>
              </a:spcAft>
              <a:defRPr sz="1300" b="1">
                <a:solidFill>
                  <a:srgbClr val="0284C7"/>
                </a:solidFill>
              </a:defRPr>
            </a:pPr>
            <a:r>
              <a:t>2. Closed-Loop Remediation Cycle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Recommends targeted iGOT / NSSTA-TPAC courses, tracks completion milestones via iGOT APIs, and re-scores after learning in a continuous:</a:t>
            </a:r>
            <a:br/>
            <a:r>
              <a:t>👉 Measure → Diagnose → Learn → Reassess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728655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400"/>
              </a:spcAft>
              <a:defRPr sz="1300" b="1">
                <a:solidFill>
                  <a:srgbClr val="EA580C"/>
                </a:solidFill>
              </a:defRPr>
            </a:pPr>
            <a:r>
              <a:t>3. AI-Powered MCQ Generator &amp; Document Intelligence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Flagship Trainer Engine: Training managers upload reference circulars, manuals (PDF/DOCX/PPT) → AI extracts key concepts and generates trainer-reviewed MCQs with explanations.</a:t>
            </a:r>
            <a:br/>
            <a:r>
              <a:t>Sits ON TOP of iGOT as an intelligence layer without replacing existing LMS.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SMART INDIA HACKATHON 2026 • AIZENIX (TEAM ID: 176704) • IDEA ID: 21121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Technical Approach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3 | AIZENIX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422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B2545"/>
                </a:solidFill>
              </a:defRPr>
            </a:pPr>
            <a:r>
              <a:t>Frontend &amp; UI/UX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React.js 18 + Vite &amp; Tailwind CSS</a:t>
            </a:r>
            <a:br/>
            <a:r>
              <a:t>• Interactive Recharts (Radar + Bar comparison)</a:t>
            </a:r>
            <a:br/>
            <a:r>
              <a:t>• Fully responsive (Mobile, Tablet, Desktop)</a:t>
            </a:r>
            <a:br/>
            <a:r>
              <a:t>• WCAG AAA High-Contrast Dark/Light themes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422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B2545"/>
                </a:solidFill>
              </a:defRPr>
            </a:pPr>
            <a:r>
              <a:t>Backend &amp; Cloud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Node.js &amp; Express REST APIs</a:t>
            </a:r>
            <a:br/>
            <a:r>
              <a:t>• Deterministic JS Assessment Engine</a:t>
            </a:r>
            <a:br/>
            <a:r>
              <a:t>• Firebase Cloud Firestore for real-time sync</a:t>
            </a:r>
            <a:br/>
            <a:r>
              <a:t>• Vercel Serverless auto-scaling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2422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B2545"/>
                </a:solidFill>
              </a:defRPr>
            </a:pPr>
            <a:r>
              <a:t>AI / NLP &amp; Voice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Google Gemini Multimodal APIs</a:t>
            </a:r>
            <a:br/>
            <a:r>
              <a:t>• Automated PDF/DOCX Parsing &amp; MCQ extraction</a:t>
            </a:r>
            <a:br/>
            <a:r>
              <a:t>• Bilingual Web Speech API (English &amp; Hindi)</a:t>
            </a:r>
            <a:br/>
            <a:r>
              <a:t>• Hands-free cadre voice tutoring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2422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B2545"/>
                </a:solidFill>
              </a:defRPr>
            </a:pPr>
            <a:r>
              <a:t>Security, RBAC &amp; SSO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Role-Based Access (Officer, Trainer, Admin)</a:t>
            </a:r>
            <a:br/>
            <a:r>
              <a:t>• Secure Firebase Tokenized Authentication</a:t>
            </a:r>
            <a:br/>
            <a:r>
              <a:t>• DPDP Act 2023 microdata privacy standards</a:t>
            </a:r>
            <a:br/>
            <a:r>
              <a:t>• iGOT Karmayogi REST API Federation 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SMART INDIA HACKATHON 2026 • AIZENIX (TEAM ID: 176704) • IDEA ID: 21121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Feasibility, Viability &amp; Mitigation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4 | AIZENIX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Technical Feasibility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MCQ Generation: Production-ready LLM pipelines with document parsing and prompt calibration.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Deterministic Scoring: Pure JavaScript algorithmic engine guaranteeing 100% mathematical consistency without hallucinations.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Course Recommendations: Automated mapping of deficiency vectors (Gap = Target - Current) to iGOT competency modules.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Low-Bandwidth Operation: Lightweight client assets (&lt;500KB gzipped) optimized for rural field investigators.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EA580C"/>
                </a:solidFill>
              </a:defRPr>
            </a:pPr>
            <a:r>
              <a:t>Challenges &amp; Institutional Solutions</a:t>
            </a:r>
          </a:p>
          <a:p>
            <a:pPr>
              <a:defRPr sz="1100" b="1">
                <a:solidFill>
                  <a:srgbClr val="B91C1C"/>
                </a:solidFill>
              </a:defRPr>
            </a:pPr>
            <a:r>
              <a:t>❌ Challenge: Direct iGOT API Access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✅ Solution: Start with mock/sandbox iGOT API schemas; transition to live government gateway through institutional MoU.</a:t>
            </a:r>
          </a:p>
          <a:p>
            <a:pPr>
              <a:defRPr sz="1100" b="1">
                <a:solidFill>
                  <a:srgbClr val="B91C1C"/>
                </a:solidFill>
              </a:defRPr>
            </a:pPr>
            <a:r>
              <a:t>❌ Challenge: Data Privacy &amp; Security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✅ Solution: Strict DPDP Act 2023 data anonymization, zero plain-text storage of officer scores, and tokenized access control.</a:t>
            </a:r>
          </a:p>
          <a:p>
            <a:pPr>
              <a:defRPr sz="1100" b="1">
                <a:solidFill>
                  <a:srgbClr val="B91C1C"/>
                </a:solidFill>
              </a:defRPr>
            </a:pPr>
            <a:r>
              <a:t>❌ Challenge: Cadre Framework Alignment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✅ Solution: Designed around NSSTA / MoSPI competency standards (NSSO, ASI, PLFS) with extensible taxonomy for other civil cadres.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SMART INDIA HACKATHON 2026 • AIZENIX (TEAM ID: 176704) • IDEA ID: 21121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Measurable Impact &amp; National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5 | AIZENIX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150" b="1">
                <a:solidFill>
                  <a:srgbClr val="0284C7"/>
                </a:solidFill>
              </a:defRPr>
            </a:pPr>
            <a:r>
              <a:t>✔ Faster, Targeted Upskilling for Statistical Cadres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Officers address specific weaknesses (e.g. Sampling, DPDP compliance, Python) in 15-minute micro-learning sprints rather than 40-hour generic courses.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9152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150" b="1">
                <a:solidFill>
                  <a:srgbClr val="0B2545"/>
                </a:solidFill>
              </a:defRPr>
            </a:pPr>
            <a:r>
              <a:t>✔ Optimal Utilization of Existing iGOT Assets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Increases course completion rates by precision-routing learners directly to relevant modules instead of browsing unindexed catalogues.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46704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150" b="1">
                <a:solidFill>
                  <a:srgbClr val="EA580C"/>
                </a:solidFill>
              </a:defRPr>
            </a:pPr>
            <a:r>
              <a:t>✔ Cuts Trainer Workload by 80%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Automated document ingestion generates verified, curriculum-aligned MCQ banks in seconds, eliminating manual test creation.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34256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✔ Actionable Cadre Competency Telemetry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Provides ministry leadership and NSSTA with real-time heatmaps of national statistical readiness and skill gaps.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21808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150" b="1">
                <a:solidFill>
                  <a:srgbClr val="7C3AED"/>
                </a:solidFill>
              </a:defRPr>
            </a:pPr>
            <a:r>
              <a:t>✔ Universal &amp; Extensible Across Ministries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While piloted on MoSPI statistical cadres, the diagnostic engine readily scales to State DES, Finance, and Public Administration cadres.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SMART INDIA HACKATHON 2026 • AIZENIX (TEAM ID: 176704) • IDEA ID: 21121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Research, References &amp; Live Working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6 | AIZENIX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0B2545"/>
                </a:solidFill>
              </a:defRPr>
            </a:pPr>
            <a:r>
              <a:t>Institutional Research &amp; Standards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• iGOT Karmayogi / Mission Karmayogi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Framework of Roles, Activities and Competencies (FRAC) — igotkarmayogi.gov.in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• NSSTA / TPAC Training Academy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National Statistical Systems Training Academy Competency Standards — nssta.gov.in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• Ministry of Statistics &amp; PI (MoSPI)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Official Statistical System Standards, NSSO / ASI / PLFS Guidelines — mospi.gov.in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• Digital Personal Data Protection (DPDP)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DPDP Act 2023 microdata privacy and anonymization specifications — meity.gov.in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/>
          <a:lstStyle/>
          <a:p>
            <a:pPr algn="ctr">
              <a:spcAft>
                <a:spcPts val="1400"/>
              </a:spcAft>
              <a:defRPr sz="1500" b="1">
                <a:solidFill>
                  <a:srgbClr val="0B2545"/>
                </a:solidFill>
              </a:defRPr>
            </a:pPr>
            <a:r>
              <a:t>🚀 Live Working Prototype &amp; Source Code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🌐 Live Production URL:</a:t>
            </a:r>
          </a:p>
          <a:p>
            <a:pPr>
              <a:spcAft>
                <a:spcPts val="1200"/>
              </a:spcAft>
              <a:defRPr sz="1200" b="1">
                <a:solidFill>
                  <a:srgbClr val="0284C7"/>
                </a:solidFill>
              </a:defRPr>
            </a:pPr>
            <a:r>
              <a:t>https://statskill-ai-five.vercel.app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💻 GitHub Repository (Open Source):</a:t>
            </a:r>
          </a:p>
          <a:p>
            <a:pPr>
              <a:spcAft>
                <a:spcPts val="1400"/>
              </a:spcAft>
              <a:defRPr sz="1050" b="1">
                <a:solidFill>
                  <a:srgbClr val="0F766E"/>
                </a:solidFill>
              </a:defRPr>
            </a:pPr>
            <a:r>
              <a:t>https://github.com/iamwarriorofmyuniverse-coder/statskill-ai</a:t>
            </a:r>
          </a:p>
          <a:p>
            <a:pPr>
              <a:spcAft>
                <a:spcPts val="400"/>
              </a:spcAft>
              <a:defRPr sz="1100" b="1">
                <a:solidFill>
                  <a:srgbClr val="EA580C"/>
                </a:solidFill>
              </a:defRPr>
            </a:pPr>
            <a:r>
              <a:t>Platform Highlights Ready for Live Demo: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✔ 22-Question Deterministic Cadre Diagnostic Engine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✔ Real-Time Radar Competency Calibration &amp; APAR Export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✔ Multimodal Bilingual AI Voice Assistant (English + Hindi)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✔ Interactive iGOT Micro-Learning Console &amp; Chapter Quizzes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✔ 1-Page Printable MoSPI / NSSTA Verified Cadre Certificate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